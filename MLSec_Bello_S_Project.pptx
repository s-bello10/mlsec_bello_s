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83" r:id="rId4"/>
    <p:sldId id="284" r:id="rId5"/>
    <p:sldId id="285" r:id="rId6"/>
    <p:sldId id="286" r:id="rId7"/>
    <p:sldId id="288" r:id="rId8"/>
    <p:sldId id="289" r:id="rId9"/>
    <p:sldId id="287" r:id="rId10"/>
    <p:sldId id="290" r:id="rId11"/>
    <p:sldId id="291" r:id="rId12"/>
    <p:sldId id="282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2BF1F7-6B75-43EB-A422-9FDC7F090EB1}">
          <p14:sldIdLst>
            <p14:sldId id="256"/>
          </p14:sldIdLst>
        </p14:section>
        <p14:section name="Section" id="{5E57438C-6D22-4036-8146-FD8794FEF865}">
          <p14:sldIdLst>
            <p14:sldId id="259"/>
            <p14:sldId id="283"/>
            <p14:sldId id="284"/>
            <p14:sldId id="285"/>
            <p14:sldId id="286"/>
            <p14:sldId id="288"/>
            <p14:sldId id="289"/>
            <p14:sldId id="287"/>
            <p14:sldId id="290"/>
            <p14:sldId id="291"/>
          </p14:sldIdLst>
        </p14:section>
        <p14:section name="Thank you" id="{C3041065-0996-4048-BDE3-B6283E141D50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981"/>
    <a:srgbClr val="595959"/>
    <a:srgbClr val="1745C7"/>
    <a:srgbClr val="4A35BA"/>
    <a:srgbClr val="7D2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F08C7-B6DA-4219-A4D1-7FDDB3DE6333}" v="217" dt="2026-01-10T16:01:12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32" autoAdjust="0"/>
    <p:restoredTop sz="94673" autoAdjust="0"/>
  </p:normalViewPr>
  <p:slideViewPr>
    <p:cSldViewPr snapToGrid="0">
      <p:cViewPr varScale="1">
        <p:scale>
          <a:sx n="107" d="100"/>
          <a:sy n="107" d="100"/>
        </p:scale>
        <p:origin x="5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o Stefania" userId="f5dd46c2-920a-46f1-ae6b-ee187c9b79ba" providerId="ADAL" clId="{2628D27A-AFAD-4BB5-AE0B-C237C4E93BD3}"/>
    <pc:docChg chg="undo redo custSel addSld delSld modSld delMainMaster modMainMaster modSection">
      <pc:chgData name="Bello Stefania" userId="f5dd46c2-920a-46f1-ae6b-ee187c9b79ba" providerId="ADAL" clId="{2628D27A-AFAD-4BB5-AE0B-C237C4E93BD3}" dt="2026-01-19T18:28:10.493" v="3740" actId="113"/>
      <pc:docMkLst>
        <pc:docMk/>
      </pc:docMkLst>
      <pc:sldChg chg="addSp delSp modSp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947462479" sldId="256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947462479" sldId="256"/>
            <ac:spMk id="6" creationId="{CA6CD3DB-05F7-A0C2-F3F5-F5F2EF055253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947462479" sldId="256"/>
            <ac:graphicFrameMk id="5" creationId="{F50B6389-8C2C-6A1A-391A-D52BC220587F}"/>
          </ac:graphicFrameMkLst>
        </pc:graphicFrameChg>
      </pc:sldChg>
      <pc:sldChg chg="addSp modSp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495938799" sldId="259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495938799" sldId="259"/>
            <ac:spMk id="2" creationId="{177D9EE6-9793-B0E3-129E-D637050F6FD0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495938799" sldId="259"/>
            <ac:spMk id="3" creationId="{7D4FA4C0-C7AA-4ADA-8680-0123FC37FD2C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495938799" sldId="259"/>
            <ac:spMk id="7" creationId="{D9AEAF8E-3B54-19ED-C72F-CCB35635C0BB}"/>
          </ac:spMkLst>
        </pc:spChg>
      </pc:sldChg>
      <pc:sldChg chg="modSp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3489261916" sldId="282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489261916" sldId="282"/>
            <ac:spMk id="9" creationId="{CEB3ADBF-52A1-F9A1-2F2F-0AFEC9E28797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489261916" sldId="282"/>
            <ac:spMk id="10" creationId="{1B798798-CCDE-09FC-44BB-35745D2F8B67}"/>
          </ac:spMkLst>
        </pc:spChg>
      </pc:sldChg>
      <pc:sldChg chg="addSp delSp modSp new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3342666991" sldId="283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342666991" sldId="283"/>
            <ac:spMk id="2" creationId="{C66E9E0D-560F-B5D4-398D-6F1BD8E063A6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342666991" sldId="283"/>
            <ac:spMk id="9" creationId="{2E236696-3419-1315-EFDB-022BAA077F17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3342666991" sldId="283"/>
            <ac:graphicFrameMk id="6" creationId="{3CCB5300-5E5F-B644-8886-29735513DE4E}"/>
          </ac:graphicFrameMkLst>
        </pc:graphicFrameChg>
      </pc:sldChg>
      <pc:sldChg chg="addSp modSp new mod modClrScheme chgLayout">
        <pc:chgData name="Bello Stefania" userId="f5dd46c2-920a-46f1-ae6b-ee187c9b79ba" providerId="ADAL" clId="{2628D27A-AFAD-4BB5-AE0B-C237C4E93BD3}" dt="2026-01-19T18:28:10.493" v="3740" actId="113"/>
        <pc:sldMkLst>
          <pc:docMk/>
          <pc:sldMk cId="101964966" sldId="284"/>
        </pc:sldMkLst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2" creationId="{EEE1CB1D-F56A-53E5-8306-8FFD6AC9A25C}"/>
          </ac:spMkLst>
        </pc:spChg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3" creationId="{6C44B8A9-5724-9F17-8888-556BEDFFA7E2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6" creationId="{1733D27B-C3A4-74DD-1411-B81EAB59ED1E}"/>
          </ac:spMkLst>
        </pc:spChg>
        <pc:spChg chg="add 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7" creationId="{2F023380-376D-F73F-D2CB-8341D044923C}"/>
          </ac:spMkLst>
        </pc:spChg>
        <pc:spChg chg="add 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8" creationId="{66C4D500-BD41-6BBC-F870-04890F83459D}"/>
          </ac:spMkLst>
        </pc:spChg>
        <pc:spChg chg="add mod ord">
          <ac:chgData name="Bello Stefania" userId="f5dd46c2-920a-46f1-ae6b-ee187c9b79ba" providerId="ADAL" clId="{2628D27A-AFAD-4BB5-AE0B-C237C4E93BD3}" dt="2026-01-19T18:28:10.493" v="3740" actId="113"/>
          <ac:spMkLst>
            <pc:docMk/>
            <pc:sldMk cId="101964966" sldId="284"/>
            <ac:spMk id="9" creationId="{2E29E346-9A34-912B-F081-6620DCA4510B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01964966" sldId="284"/>
            <ac:spMk id="10" creationId="{4D1802E3-2BC7-D31B-C072-A002ABFC1206}"/>
          </ac:spMkLst>
        </pc:spChg>
      </pc:sldChg>
      <pc:sldChg chg="addSp delSp modSp new mod modClrScheme chgLayout">
        <pc:chgData name="Bello Stefania" userId="f5dd46c2-920a-46f1-ae6b-ee187c9b79ba" providerId="ADAL" clId="{2628D27A-AFAD-4BB5-AE0B-C237C4E93BD3}" dt="2026-01-19T18:26:03.146" v="3720" actId="790"/>
        <pc:sldMkLst>
          <pc:docMk/>
          <pc:sldMk cId="2668069038" sldId="285"/>
        </pc:sldMkLst>
        <pc:spChg chg="add 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668069038" sldId="285"/>
            <ac:spMk id="9" creationId="{AFC34C01-C39C-6F6C-6BAF-EFA45CBF70FA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668069038" sldId="285"/>
            <ac:spMk id="12" creationId="{338EC22F-B600-4217-BCDB-4E795413C5C9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668069038" sldId="285"/>
            <ac:spMk id="13" creationId="{439525F9-7723-EF2B-014F-2AD48554CF64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668069038" sldId="285"/>
            <ac:spMk id="14" creationId="{4F427EE6-FBD6-C664-F2FF-59084DBBAACC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2668069038" sldId="285"/>
            <ac:graphicFrameMk id="11" creationId="{A4884CE7-D55E-5566-F55A-86FA99208BB7}"/>
          </ac:graphicFrameMkLst>
        </pc:graphicFrameChg>
      </pc:sldChg>
      <pc:sldChg chg="addSp delSp modSp new mod modClrScheme chgLayout">
        <pc:chgData name="Bello Stefania" userId="f5dd46c2-920a-46f1-ae6b-ee187c9b79ba" providerId="ADAL" clId="{2628D27A-AFAD-4BB5-AE0B-C237C4E93BD3}" dt="2026-01-19T18:26:03.146" v="3720" actId="790"/>
        <pc:sldMkLst>
          <pc:docMk/>
          <pc:sldMk cId="1959096362" sldId="286"/>
        </pc:sldMkLst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959096362" sldId="286"/>
            <ac:spMk id="2" creationId="{2C47194A-2403-B9C0-2072-99EE78D13B27}"/>
          </ac:spMkLst>
        </pc:spChg>
        <pc:spChg chg="add 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959096362" sldId="286"/>
            <ac:spMk id="14" creationId="{5DD0EC0D-035B-1380-2F71-1BD64F4079F2}"/>
          </ac:spMkLst>
        </pc:spChg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959096362" sldId="286"/>
            <ac:spMk id="15" creationId="{368F528C-6815-FD8D-DC59-E432DBE6503A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1959096362" sldId="286"/>
            <ac:graphicFrameMk id="11" creationId="{1AE0B6AE-3B27-9424-9F27-820545DD62C3}"/>
          </ac:graphicFrameMkLst>
        </pc:graphicFrameChg>
        <pc:picChg chg="add mod">
          <ac:chgData name="Bello Stefania" userId="f5dd46c2-920a-46f1-ae6b-ee187c9b79ba" providerId="ADAL" clId="{2628D27A-AFAD-4BB5-AE0B-C237C4E93BD3}" dt="2026-01-10T12:41:42.704" v="1953" actId="14100"/>
          <ac:picMkLst>
            <pc:docMk/>
            <pc:sldMk cId="1959096362" sldId="286"/>
            <ac:picMk id="13" creationId="{120D984C-A164-41A4-23F2-41DF99747581}"/>
          </ac:picMkLst>
        </pc:picChg>
      </pc:sldChg>
      <pc:sldChg chg="addSp delSp modSp new mod chgLayout">
        <pc:chgData name="Bello Stefania" userId="f5dd46c2-920a-46f1-ae6b-ee187c9b79ba" providerId="ADAL" clId="{2628D27A-AFAD-4BB5-AE0B-C237C4E93BD3}" dt="2026-01-19T18:26:03.146" v="3720" actId="790"/>
        <pc:sldMkLst>
          <pc:docMk/>
          <pc:sldMk cId="3950709421" sldId="287"/>
        </pc:sldMkLst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950709421" sldId="287"/>
            <ac:spMk id="2" creationId="{FDA45214-64A6-A7DB-14A2-5EF6E2FFD78E}"/>
          </ac:spMkLst>
        </pc:spChg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950709421" sldId="287"/>
            <ac:spMk id="7" creationId="{28E2F09F-68D8-8265-A086-706D86BECE82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950709421" sldId="287"/>
            <ac:spMk id="11" creationId="{4883E34E-59E8-A4CF-06E6-2D626E61B473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3950709421" sldId="287"/>
            <ac:graphicFrameMk id="6" creationId="{00D737C5-0B2D-3DCA-8827-909763A06FB5}"/>
          </ac:graphicFrameMkLst>
        </pc:graphicFrameChg>
        <pc:picChg chg="add del mod">
          <ac:chgData name="Bello Stefania" userId="f5dd46c2-920a-46f1-ae6b-ee187c9b79ba" providerId="ADAL" clId="{2628D27A-AFAD-4BB5-AE0B-C237C4E93BD3}" dt="2026-01-10T16:08:08.052" v="3718" actId="14826"/>
          <ac:picMkLst>
            <pc:docMk/>
            <pc:sldMk cId="3950709421" sldId="287"/>
            <ac:picMk id="9" creationId="{D01851A2-DAB3-47F5-7EC8-1125649036E5}"/>
          </ac:picMkLst>
        </pc:picChg>
      </pc:sldChg>
      <pc:sldChg chg="addSp delSp modSp add mod chgLayout">
        <pc:chgData name="Bello Stefania" userId="f5dd46c2-920a-46f1-ae6b-ee187c9b79ba" providerId="ADAL" clId="{2628D27A-AFAD-4BB5-AE0B-C237C4E93BD3}" dt="2026-01-19T18:26:03.146" v="3720" actId="790"/>
        <pc:sldMkLst>
          <pc:docMk/>
          <pc:sldMk cId="3611062803" sldId="288"/>
        </pc:sldMkLst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611062803" sldId="288"/>
            <ac:spMk id="2" creationId="{351B946E-9632-4E07-30F5-59FAB6DCD622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611062803" sldId="288"/>
            <ac:spMk id="4" creationId="{29824680-F765-0DA5-0D86-1B362A193BA2}"/>
          </ac:spMkLst>
        </pc:spChg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3611062803" sldId="288"/>
            <ac:spMk id="15" creationId="{9273DBA4-924C-46C6-71BA-FDB08FCA2C85}"/>
          </ac:spMkLst>
        </pc:spChg>
        <pc:graphicFrameChg chg="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3611062803" sldId="288"/>
            <ac:graphicFrameMk id="11" creationId="{AE978858-E6A2-DBAA-6B7B-8E9D60167E2D}"/>
          </ac:graphicFrameMkLst>
        </pc:graphicFrameChg>
        <pc:picChg chg="mod">
          <ac:chgData name="Bello Stefania" userId="f5dd46c2-920a-46f1-ae6b-ee187c9b79ba" providerId="ADAL" clId="{2628D27A-AFAD-4BB5-AE0B-C237C4E93BD3}" dt="2026-01-09T15:59:49.239" v="1748" actId="14826"/>
          <ac:picMkLst>
            <pc:docMk/>
            <pc:sldMk cId="3611062803" sldId="288"/>
            <ac:picMk id="13" creationId="{ECC8FD9F-BDBB-62D0-34DA-4CDE98DA49D8}"/>
          </ac:picMkLst>
        </pc:picChg>
      </pc:sldChg>
      <pc:sldChg chg="addSp delSp modSp add mod chgLayout">
        <pc:chgData name="Bello Stefania" userId="f5dd46c2-920a-46f1-ae6b-ee187c9b79ba" providerId="ADAL" clId="{2628D27A-AFAD-4BB5-AE0B-C237C4E93BD3}" dt="2026-01-19T18:26:03.146" v="3720" actId="790"/>
        <pc:sldMkLst>
          <pc:docMk/>
          <pc:sldMk cId="2818969466" sldId="289"/>
        </pc:sldMkLst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818969466" sldId="289"/>
            <ac:spMk id="2" creationId="{AD91FFB7-0D1C-A870-F996-FADBBCA09257}"/>
          </ac:spMkLst>
        </pc:spChg>
        <pc:spChg chg="add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818969466" sldId="289"/>
            <ac:spMk id="4" creationId="{C80EAA92-8AA7-B16C-A3D1-4A1AC6128E8A}"/>
          </ac:spMkLst>
        </pc:spChg>
        <pc:spChg chg="mod or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2818969466" sldId="289"/>
            <ac:spMk id="15" creationId="{79EBEB5F-5781-79B2-6485-03D1549297C6}"/>
          </ac:spMkLst>
        </pc:spChg>
        <pc:graphicFrameChg chg="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2818969466" sldId="289"/>
            <ac:graphicFrameMk id="11" creationId="{143A6C52-2AF7-E1A1-0F55-45CB9BF3FDE4}"/>
          </ac:graphicFrameMkLst>
        </pc:graphicFrameChg>
        <pc:picChg chg="mod">
          <ac:chgData name="Bello Stefania" userId="f5dd46c2-920a-46f1-ae6b-ee187c9b79ba" providerId="ADAL" clId="{2628D27A-AFAD-4BB5-AE0B-C237C4E93BD3}" dt="2026-01-09T16:08:02.121" v="1750" actId="14826"/>
          <ac:picMkLst>
            <pc:docMk/>
            <pc:sldMk cId="2818969466" sldId="289"/>
            <ac:picMk id="13" creationId="{53B5363E-EFF2-4E38-07BE-9845BE1E0CF8}"/>
          </ac:picMkLst>
        </pc:picChg>
      </pc:sldChg>
      <pc:sldChg chg="addSp delSp modSp add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566033879" sldId="290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566033879" sldId="290"/>
            <ac:spMk id="2" creationId="{EE608F59-35F5-F83A-4703-C37C43D5C8AF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566033879" sldId="290"/>
            <ac:spMk id="7" creationId="{DF61CD8F-F6C3-307F-E528-07911631E174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566033879" sldId="290"/>
            <ac:spMk id="11" creationId="{9A50B207-E614-9782-B156-814A316F8516}"/>
          </ac:spMkLst>
        </pc:spChg>
        <pc:graphicFrameChg chg="add mod modGraphic">
          <ac:chgData name="Bello Stefania" userId="f5dd46c2-920a-46f1-ae6b-ee187c9b79ba" providerId="ADAL" clId="{2628D27A-AFAD-4BB5-AE0B-C237C4E93BD3}" dt="2026-01-19T18:26:03.146" v="3720" actId="790"/>
          <ac:graphicFrameMkLst>
            <pc:docMk/>
            <pc:sldMk cId="566033879" sldId="290"/>
            <ac:graphicFrameMk id="3" creationId="{8E6CE1F0-E3A1-E9E4-B3AC-665DB98C057A}"/>
          </ac:graphicFrameMkLst>
        </pc:graphicFrameChg>
        <pc:picChg chg="mod">
          <ac:chgData name="Bello Stefania" userId="f5dd46c2-920a-46f1-ae6b-ee187c9b79ba" providerId="ADAL" clId="{2628D27A-AFAD-4BB5-AE0B-C237C4E93BD3}" dt="2026-01-09T16:59:33.370" v="1864" actId="14826"/>
          <ac:picMkLst>
            <pc:docMk/>
            <pc:sldMk cId="566033879" sldId="290"/>
            <ac:picMk id="9" creationId="{C65C1C82-60CF-B43C-0E3D-4821A575F148}"/>
          </ac:picMkLst>
        </pc:picChg>
      </pc:sldChg>
      <pc:sldChg chg="addSp delSp modSp new mod">
        <pc:chgData name="Bello Stefania" userId="f5dd46c2-920a-46f1-ae6b-ee187c9b79ba" providerId="ADAL" clId="{2628D27A-AFAD-4BB5-AE0B-C237C4E93BD3}" dt="2026-01-19T18:26:03.146" v="3720" actId="790"/>
        <pc:sldMkLst>
          <pc:docMk/>
          <pc:sldMk cId="1634168650" sldId="291"/>
        </pc:sldMkLst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634168650" sldId="291"/>
            <ac:spMk id="2" creationId="{8338A75A-F549-A5F5-F0A3-5AE27EF0ED6F}"/>
          </ac:spMkLst>
        </pc:spChg>
        <pc:spChg chg="add del 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634168650" sldId="291"/>
            <ac:spMk id="3" creationId="{5A8EE4F2-469C-AC7A-9287-01D4CAA0BD97}"/>
          </ac:spMkLst>
        </pc:spChg>
        <pc:spChg chg="mod">
          <ac:chgData name="Bello Stefania" userId="f5dd46c2-920a-46f1-ae6b-ee187c9b79ba" providerId="ADAL" clId="{2628D27A-AFAD-4BB5-AE0B-C237C4E93BD3}" dt="2026-01-19T18:26:03.146" v="3720" actId="790"/>
          <ac:spMkLst>
            <pc:docMk/>
            <pc:sldMk cId="1634168650" sldId="291"/>
            <ac:spMk id="4" creationId="{A29E2186-73A8-4067-D100-55173FFCC42B}"/>
          </ac:spMkLst>
        </pc:spChg>
      </pc:sldChg>
      <pc:sldMasterChg chg="addSp delSp modSp mod modSldLayout">
        <pc:chgData name="Bello Stefania" userId="f5dd46c2-920a-46f1-ae6b-ee187c9b79ba" providerId="ADAL" clId="{2628D27A-AFAD-4BB5-AE0B-C237C4E93BD3}" dt="2026-01-09T15:57:35.454" v="1725" actId="404"/>
        <pc:sldMasterMkLst>
          <pc:docMk/>
          <pc:sldMasterMk cId="436172933" sldId="2147483648"/>
        </pc:sldMasterMkLst>
        <pc:spChg chg="mod">
          <ac:chgData name="Bello Stefania" userId="f5dd46c2-920a-46f1-ae6b-ee187c9b79ba" providerId="ADAL" clId="{2628D27A-AFAD-4BB5-AE0B-C237C4E93BD3}" dt="2026-01-09T15:52:51.875" v="1662" actId="14100"/>
          <ac:spMkLst>
            <pc:docMk/>
            <pc:sldMasterMk cId="436172933" sldId="2147483648"/>
            <ac:spMk id="9" creationId="{5776C10D-2FC1-2AB1-958E-CB70A9CECE8F}"/>
          </ac:spMkLst>
        </pc:spChg>
        <pc:spChg chg="mod">
          <ac:chgData name="Bello Stefania" userId="f5dd46c2-920a-46f1-ae6b-ee187c9b79ba" providerId="ADAL" clId="{2628D27A-AFAD-4BB5-AE0B-C237C4E93BD3}" dt="2026-01-09T12:01:50.519" v="476" actId="242"/>
          <ac:spMkLst>
            <pc:docMk/>
            <pc:sldMasterMk cId="436172933" sldId="2147483648"/>
            <ac:spMk id="11" creationId="{1F0D8230-A431-CD0A-8FE0-409DE70533D1}"/>
          </ac:spMkLst>
        </pc:spChg>
        <pc:sldLayoutChg chg="addSp delSp modSp mod">
          <pc:chgData name="Bello Stefania" userId="f5dd46c2-920a-46f1-ae6b-ee187c9b79ba" providerId="ADAL" clId="{2628D27A-AFAD-4BB5-AE0B-C237C4E93BD3}" dt="2026-01-09T15:52:52.685" v="1664" actId="478"/>
          <pc:sldLayoutMkLst>
            <pc:docMk/>
            <pc:sldMasterMk cId="436172933" sldId="2147483648"/>
            <pc:sldLayoutMk cId="1150438599" sldId="2147483649"/>
          </pc:sldLayoutMkLst>
          <pc:spChg chg="mod">
            <ac:chgData name="Bello Stefania" userId="f5dd46c2-920a-46f1-ae6b-ee187c9b79ba" providerId="ADAL" clId="{2628D27A-AFAD-4BB5-AE0B-C237C4E93BD3}" dt="2026-01-09T11:21:43.208" v="62" actId="14100"/>
            <ac:spMkLst>
              <pc:docMk/>
              <pc:sldMasterMk cId="436172933" sldId="2147483648"/>
              <pc:sldLayoutMk cId="1150438599" sldId="2147483649"/>
              <ac:spMk id="2" creationId="{841CBF4B-4896-8FB8-7285-CEEA335A500E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32.571" v="1724" actId="404"/>
          <pc:sldLayoutMkLst>
            <pc:docMk/>
            <pc:sldMasterMk cId="436172933" sldId="2147483648"/>
            <pc:sldLayoutMk cId="1190792081" sldId="2147483650"/>
          </pc:sldLayoutMkLst>
          <pc:spChg chg="mod">
            <ac:chgData name="Bello Stefania" userId="f5dd46c2-920a-46f1-ae6b-ee187c9b79ba" providerId="ADAL" clId="{2628D27A-AFAD-4BB5-AE0B-C237C4E93BD3}" dt="2026-01-09T15:55:10.808" v="1701" actId="242"/>
            <ac:spMkLst>
              <pc:docMk/>
              <pc:sldMasterMk cId="436172933" sldId="2147483648"/>
              <pc:sldLayoutMk cId="1190792081" sldId="2147483650"/>
              <ac:spMk id="2" creationId="{2D9B072C-4C35-D9CB-6E93-40B70E4B252D}"/>
            </ac:spMkLst>
          </pc:spChg>
          <pc:spChg chg="add mod">
            <ac:chgData name="Bello Stefania" userId="f5dd46c2-920a-46f1-ae6b-ee187c9b79ba" providerId="ADAL" clId="{2628D27A-AFAD-4BB5-AE0B-C237C4E93BD3}" dt="2026-01-09T15:57:32.571" v="1724" actId="404"/>
            <ac:spMkLst>
              <pc:docMk/>
              <pc:sldMasterMk cId="436172933" sldId="2147483648"/>
              <pc:sldLayoutMk cId="1190792081" sldId="2147483650"/>
              <ac:spMk id="3" creationId="{BC2297E3-5B00-66C7-698C-79D88CF7E320}"/>
            </ac:spMkLst>
          </pc:spChg>
          <pc:spChg chg="mod">
            <ac:chgData name="Bello Stefania" userId="f5dd46c2-920a-46f1-ae6b-ee187c9b79ba" providerId="ADAL" clId="{2628D27A-AFAD-4BB5-AE0B-C237C4E93BD3}" dt="2026-01-09T15:56:06.023" v="1704" actId="14100"/>
            <ac:spMkLst>
              <pc:docMk/>
              <pc:sldMasterMk cId="436172933" sldId="2147483648"/>
              <pc:sldLayoutMk cId="1190792081" sldId="2147483650"/>
              <ac:spMk id="10" creationId="{EB0D4EFE-166E-9F27-7506-91D458CD655A}"/>
            </ac:spMkLst>
          </pc:spChg>
        </pc:sldLayoutChg>
        <pc:sldLayoutChg chg="addSp delSp mod">
          <pc:chgData name="Bello Stefania" userId="f5dd46c2-920a-46f1-ae6b-ee187c9b79ba" providerId="ADAL" clId="{2628D27A-AFAD-4BB5-AE0B-C237C4E93BD3}" dt="2026-01-09T15:54:06.805" v="1695" actId="478"/>
          <pc:sldLayoutMkLst>
            <pc:docMk/>
            <pc:sldMasterMk cId="436172933" sldId="2147483648"/>
            <pc:sldLayoutMk cId="338314263" sldId="2147483651"/>
          </pc:sldLayoutMkLst>
        </pc:sldLayoutChg>
        <pc:sldLayoutChg chg="addSp delSp modSp mod">
          <pc:chgData name="Bello Stefania" userId="f5dd46c2-920a-46f1-ae6b-ee187c9b79ba" providerId="ADAL" clId="{2628D27A-AFAD-4BB5-AE0B-C237C4E93BD3}" dt="2026-01-09T15:57:26.897" v="1723" actId="404"/>
          <pc:sldLayoutMkLst>
            <pc:docMk/>
            <pc:sldMasterMk cId="436172933" sldId="2147483648"/>
            <pc:sldLayoutMk cId="3297929442" sldId="2147483652"/>
          </pc:sldLayoutMkLst>
          <pc:spChg chg="add mod">
            <ac:chgData name="Bello Stefania" userId="f5dd46c2-920a-46f1-ae6b-ee187c9b79ba" providerId="ADAL" clId="{2628D27A-AFAD-4BB5-AE0B-C237C4E93BD3}" dt="2026-01-09T15:57:26.897" v="1723" actId="404"/>
            <ac:spMkLst>
              <pc:docMk/>
              <pc:sldMasterMk cId="436172933" sldId="2147483648"/>
              <pc:sldLayoutMk cId="3297929442" sldId="2147483652"/>
              <ac:spMk id="3" creationId="{65DC213B-2342-0BFA-C22B-FA58EC5FD25E}"/>
            </ac:spMkLst>
          </pc:spChg>
          <pc:spChg chg="mod">
            <ac:chgData name="Bello Stefania" userId="f5dd46c2-920a-46f1-ae6b-ee187c9b79ba" providerId="ADAL" clId="{2628D27A-AFAD-4BB5-AE0B-C237C4E93BD3}" dt="2026-01-09T15:56:12.345" v="1705" actId="14100"/>
            <ac:spMkLst>
              <pc:docMk/>
              <pc:sldMasterMk cId="436172933" sldId="2147483648"/>
              <pc:sldLayoutMk cId="3297929442" sldId="2147483652"/>
              <ac:spMk id="11" creationId="{1ED097CF-F16B-3289-70FD-F9297D43F4E4}"/>
            </ac:spMkLst>
          </pc:spChg>
          <pc:spChg chg="mod">
            <ac:chgData name="Bello Stefania" userId="f5dd46c2-920a-46f1-ae6b-ee187c9b79ba" providerId="ADAL" clId="{2628D27A-AFAD-4BB5-AE0B-C237C4E93BD3}" dt="2026-01-09T15:56:14.708" v="1706" actId="14100"/>
            <ac:spMkLst>
              <pc:docMk/>
              <pc:sldMasterMk cId="436172933" sldId="2147483648"/>
              <pc:sldLayoutMk cId="3297929442" sldId="2147483652"/>
              <ac:spMk id="13" creationId="{85EC1981-C873-3FC0-E3DC-8E0289EEF627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23.674" v="1722" actId="404"/>
          <pc:sldLayoutMkLst>
            <pc:docMk/>
            <pc:sldMasterMk cId="436172933" sldId="2147483648"/>
            <pc:sldLayoutMk cId="1996498025" sldId="2147483653"/>
          </pc:sldLayoutMkLst>
          <pc:spChg chg="add mod">
            <ac:chgData name="Bello Stefania" userId="f5dd46c2-920a-46f1-ae6b-ee187c9b79ba" providerId="ADAL" clId="{2628D27A-AFAD-4BB5-AE0B-C237C4E93BD3}" dt="2026-01-09T15:57:23.674" v="1722" actId="404"/>
            <ac:spMkLst>
              <pc:docMk/>
              <pc:sldMasterMk cId="436172933" sldId="2147483648"/>
              <pc:sldLayoutMk cId="1996498025" sldId="2147483653"/>
              <ac:spMk id="4" creationId="{2FB639A2-994A-B64F-D11D-27949350D84D}"/>
            </ac:spMkLst>
          </pc:spChg>
          <pc:spChg chg="mod">
            <ac:chgData name="Bello Stefania" userId="f5dd46c2-920a-46f1-ae6b-ee187c9b79ba" providerId="ADAL" clId="{2628D27A-AFAD-4BB5-AE0B-C237C4E93BD3}" dt="2026-01-09T15:56:18.523" v="1707" actId="14100"/>
            <ac:spMkLst>
              <pc:docMk/>
              <pc:sldMasterMk cId="436172933" sldId="2147483648"/>
              <pc:sldLayoutMk cId="1996498025" sldId="2147483653"/>
              <ac:spMk id="18" creationId="{E1306DF4-0593-077F-E1C1-E8E8F93C60CA}"/>
            </ac:spMkLst>
          </pc:spChg>
          <pc:spChg chg="mod">
            <ac:chgData name="Bello Stefania" userId="f5dd46c2-920a-46f1-ae6b-ee187c9b79ba" providerId="ADAL" clId="{2628D27A-AFAD-4BB5-AE0B-C237C4E93BD3}" dt="2026-01-09T15:56:20.574" v="1708" actId="14100"/>
            <ac:spMkLst>
              <pc:docMk/>
              <pc:sldMasterMk cId="436172933" sldId="2147483648"/>
              <pc:sldLayoutMk cId="1996498025" sldId="2147483653"/>
              <ac:spMk id="19" creationId="{71577ECB-1971-B4CB-F717-789A1DEB805F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20.684" v="1721" actId="404"/>
          <pc:sldLayoutMkLst>
            <pc:docMk/>
            <pc:sldMasterMk cId="436172933" sldId="2147483648"/>
            <pc:sldLayoutMk cId="2208434176" sldId="2147483654"/>
          </pc:sldLayoutMkLst>
          <pc:spChg chg="add mod">
            <ac:chgData name="Bello Stefania" userId="f5dd46c2-920a-46f1-ae6b-ee187c9b79ba" providerId="ADAL" clId="{2628D27A-AFAD-4BB5-AE0B-C237C4E93BD3}" dt="2026-01-09T15:57:20.684" v="1721" actId="404"/>
            <ac:spMkLst>
              <pc:docMk/>
              <pc:sldMasterMk cId="436172933" sldId="2147483648"/>
              <pc:sldLayoutMk cId="2208434176" sldId="2147483654"/>
              <ac:spMk id="3" creationId="{A7242CAA-E53D-A894-F7D7-1CFF74991D2C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17.667" v="1720" actId="404"/>
          <pc:sldLayoutMkLst>
            <pc:docMk/>
            <pc:sldMasterMk cId="436172933" sldId="2147483648"/>
            <pc:sldLayoutMk cId="2803868863" sldId="2147483655"/>
          </pc:sldLayoutMkLst>
          <pc:spChg chg="add mod">
            <ac:chgData name="Bello Stefania" userId="f5dd46c2-920a-46f1-ae6b-ee187c9b79ba" providerId="ADAL" clId="{2628D27A-AFAD-4BB5-AE0B-C237C4E93BD3}" dt="2026-01-09T15:57:17.667" v="1720" actId="404"/>
            <ac:spMkLst>
              <pc:docMk/>
              <pc:sldMasterMk cId="436172933" sldId="2147483648"/>
              <pc:sldLayoutMk cId="2803868863" sldId="2147483655"/>
              <ac:spMk id="2" creationId="{E4CBF6CE-2B9B-4405-62F6-B3D9B5E854B5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14.243" v="1719" actId="404"/>
          <pc:sldLayoutMkLst>
            <pc:docMk/>
            <pc:sldMasterMk cId="436172933" sldId="2147483648"/>
            <pc:sldLayoutMk cId="3660328735" sldId="2147483656"/>
          </pc:sldLayoutMkLst>
          <pc:spChg chg="mod">
            <ac:chgData name="Bello Stefania" userId="f5dd46c2-920a-46f1-ae6b-ee187c9b79ba" providerId="ADAL" clId="{2628D27A-AFAD-4BB5-AE0B-C237C4E93BD3}" dt="2026-01-09T15:55:23.768" v="1703" actId="242"/>
            <ac:spMkLst>
              <pc:docMk/>
              <pc:sldMasterMk cId="436172933" sldId="2147483648"/>
              <pc:sldLayoutMk cId="3660328735" sldId="2147483656"/>
              <ac:spMk id="2" creationId="{B1D8A7AA-DE06-7073-1CB9-3C6983BD92A2}"/>
            </ac:spMkLst>
          </pc:spChg>
          <pc:spChg chg="add mod">
            <ac:chgData name="Bello Stefania" userId="f5dd46c2-920a-46f1-ae6b-ee187c9b79ba" providerId="ADAL" clId="{2628D27A-AFAD-4BB5-AE0B-C237C4E93BD3}" dt="2026-01-09T15:57:14.243" v="1719" actId="404"/>
            <ac:spMkLst>
              <pc:docMk/>
              <pc:sldMasterMk cId="436172933" sldId="2147483648"/>
              <pc:sldLayoutMk cId="3660328735" sldId="2147483656"/>
              <ac:spMk id="5" creationId="{5F0239C5-ADAF-A3FD-BCD2-BE9BD09A0DDB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11.016" v="1718" actId="404"/>
          <pc:sldLayoutMkLst>
            <pc:docMk/>
            <pc:sldMasterMk cId="436172933" sldId="2147483648"/>
            <pc:sldLayoutMk cId="3509700509" sldId="2147483657"/>
          </pc:sldLayoutMkLst>
          <pc:spChg chg="mod">
            <ac:chgData name="Bello Stefania" userId="f5dd46c2-920a-46f1-ae6b-ee187c9b79ba" providerId="ADAL" clId="{2628D27A-AFAD-4BB5-AE0B-C237C4E93BD3}" dt="2026-01-09T15:55:18.756" v="1702" actId="242"/>
            <ac:spMkLst>
              <pc:docMk/>
              <pc:sldMasterMk cId="436172933" sldId="2147483648"/>
              <pc:sldLayoutMk cId="3509700509" sldId="2147483657"/>
              <ac:spMk id="2" creationId="{38B73E1E-C342-8DFC-E141-3DAB555F0ADB}"/>
            </ac:spMkLst>
          </pc:spChg>
          <pc:spChg chg="mod">
            <ac:chgData name="Bello Stefania" userId="f5dd46c2-920a-46f1-ae6b-ee187c9b79ba" providerId="ADAL" clId="{2628D27A-AFAD-4BB5-AE0B-C237C4E93BD3}" dt="2026-01-09T15:56:26.527" v="1709" actId="14100"/>
            <ac:spMkLst>
              <pc:docMk/>
              <pc:sldMasterMk cId="436172933" sldId="2147483648"/>
              <pc:sldLayoutMk cId="3509700509" sldId="2147483657"/>
              <ac:spMk id="3" creationId="{A7F83A2A-329A-E74D-500D-995BAA9B3478}"/>
            </ac:spMkLst>
          </pc:spChg>
          <pc:spChg chg="mod">
            <ac:chgData name="Bello Stefania" userId="f5dd46c2-920a-46f1-ae6b-ee187c9b79ba" providerId="ADAL" clId="{2628D27A-AFAD-4BB5-AE0B-C237C4E93BD3}" dt="2026-01-09T15:56:28.896" v="1710" actId="14100"/>
            <ac:spMkLst>
              <pc:docMk/>
              <pc:sldMasterMk cId="436172933" sldId="2147483648"/>
              <pc:sldLayoutMk cId="3509700509" sldId="2147483657"/>
              <ac:spMk id="4" creationId="{F6378E3F-E354-B106-8B95-F0FEF9501D00}"/>
            </ac:spMkLst>
          </pc:spChg>
          <pc:spChg chg="add mod">
            <ac:chgData name="Bello Stefania" userId="f5dd46c2-920a-46f1-ae6b-ee187c9b79ba" providerId="ADAL" clId="{2628D27A-AFAD-4BB5-AE0B-C237C4E93BD3}" dt="2026-01-09T15:57:11.016" v="1718" actId="404"/>
            <ac:spMkLst>
              <pc:docMk/>
              <pc:sldMasterMk cId="436172933" sldId="2147483648"/>
              <pc:sldLayoutMk cId="3509700509" sldId="2147483657"/>
              <ac:spMk id="5" creationId="{061A34FE-6A1A-B77B-FC70-B780A0997C97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08.106" v="1717" actId="404"/>
          <pc:sldLayoutMkLst>
            <pc:docMk/>
            <pc:sldMasterMk cId="436172933" sldId="2147483648"/>
            <pc:sldLayoutMk cId="3293529835" sldId="2147483658"/>
          </pc:sldLayoutMkLst>
          <pc:spChg chg="add mod">
            <ac:chgData name="Bello Stefania" userId="f5dd46c2-920a-46f1-ae6b-ee187c9b79ba" providerId="ADAL" clId="{2628D27A-AFAD-4BB5-AE0B-C237C4E93BD3}" dt="2026-01-09T15:57:08.106" v="1717" actId="404"/>
            <ac:spMkLst>
              <pc:docMk/>
              <pc:sldMasterMk cId="436172933" sldId="2147483648"/>
              <pc:sldLayoutMk cId="3293529835" sldId="2147483658"/>
              <ac:spMk id="2" creationId="{C83835E3-9199-60CA-B46F-EA3E45662124}"/>
            </ac:spMkLst>
          </pc:spChg>
          <pc:spChg chg="mod">
            <ac:chgData name="Bello Stefania" userId="f5dd46c2-920a-46f1-ae6b-ee187c9b79ba" providerId="ADAL" clId="{2628D27A-AFAD-4BB5-AE0B-C237C4E93BD3}" dt="2026-01-09T15:56:32.246" v="1711" actId="14100"/>
            <ac:spMkLst>
              <pc:docMk/>
              <pc:sldMasterMk cId="436172933" sldId="2147483648"/>
              <pc:sldLayoutMk cId="3293529835" sldId="2147483658"/>
              <ac:spMk id="3" creationId="{D41EE6AD-2E9C-1BD1-638E-1B27FB2E4E40}"/>
            </ac:spMkLst>
          </pc:spChg>
          <pc:spChg chg="mod">
            <ac:chgData name="Bello Stefania" userId="f5dd46c2-920a-46f1-ae6b-ee187c9b79ba" providerId="ADAL" clId="{2628D27A-AFAD-4BB5-AE0B-C237C4E93BD3}" dt="2026-01-09T15:54:33.053" v="1699" actId="11530"/>
            <ac:spMkLst>
              <pc:docMk/>
              <pc:sldMasterMk cId="436172933" sldId="2147483648"/>
              <pc:sldLayoutMk cId="3293529835" sldId="2147483658"/>
              <ac:spMk id="7" creationId="{134E6BD5-D9DB-EB2E-962F-B133BD4E2330}"/>
            </ac:spMkLst>
          </pc:spChg>
        </pc:sldLayoutChg>
        <pc:sldLayoutChg chg="addSp delSp modSp mod">
          <pc:chgData name="Bello Stefania" userId="f5dd46c2-920a-46f1-ae6b-ee187c9b79ba" providerId="ADAL" clId="{2628D27A-AFAD-4BB5-AE0B-C237C4E93BD3}" dt="2026-01-09T15:57:04.985" v="1716" actId="403"/>
          <pc:sldLayoutMkLst>
            <pc:docMk/>
            <pc:sldMasterMk cId="436172933" sldId="2147483648"/>
            <pc:sldLayoutMk cId="2954575336" sldId="2147483659"/>
          </pc:sldLayoutMkLst>
          <pc:spChg chg="add mod">
            <ac:chgData name="Bello Stefania" userId="f5dd46c2-920a-46f1-ae6b-ee187c9b79ba" providerId="ADAL" clId="{2628D27A-AFAD-4BB5-AE0B-C237C4E93BD3}" dt="2026-01-09T15:57:04.985" v="1716" actId="403"/>
            <ac:spMkLst>
              <pc:docMk/>
              <pc:sldMasterMk cId="436172933" sldId="2147483648"/>
              <pc:sldLayoutMk cId="2954575336" sldId="2147483659"/>
              <ac:spMk id="4" creationId="{FE19C09F-6DDF-1D6F-5655-75A7E0FADC55}"/>
            </ac:spMkLst>
          </pc:spChg>
        </pc:sldLayoutChg>
        <pc:sldLayoutChg chg="addSp delSp mod">
          <pc:chgData name="Bello Stefania" userId="f5dd46c2-920a-46f1-ae6b-ee187c9b79ba" providerId="ADAL" clId="{2628D27A-AFAD-4BB5-AE0B-C237C4E93BD3}" dt="2026-01-09T15:54:10.653" v="1696" actId="478"/>
          <pc:sldLayoutMkLst>
            <pc:docMk/>
            <pc:sldMasterMk cId="436172933" sldId="2147483648"/>
            <pc:sldLayoutMk cId="2656833986" sldId="2147483660"/>
          </pc:sldLayoutMkLst>
        </pc:sldLayoutChg>
        <pc:sldLayoutChg chg="addSp delSp modSp mod">
          <pc:chgData name="Bello Stefania" userId="f5dd46c2-920a-46f1-ae6b-ee187c9b79ba" providerId="ADAL" clId="{2628D27A-AFAD-4BB5-AE0B-C237C4E93BD3}" dt="2026-01-09T15:57:35.454" v="1725" actId="404"/>
          <pc:sldLayoutMkLst>
            <pc:docMk/>
            <pc:sldMasterMk cId="436172933" sldId="2147483648"/>
            <pc:sldLayoutMk cId="2476463848" sldId="2147483661"/>
          </pc:sldLayoutMkLst>
          <pc:spChg chg="add del mod">
            <ac:chgData name="Bello Stefania" userId="f5dd46c2-920a-46f1-ae6b-ee187c9b79ba" providerId="ADAL" clId="{2628D27A-AFAD-4BB5-AE0B-C237C4E93BD3}" dt="2026-01-09T15:57:35.454" v="1725" actId="404"/>
            <ac:spMkLst>
              <pc:docMk/>
              <pc:sldMasterMk cId="436172933" sldId="2147483648"/>
              <pc:sldLayoutMk cId="2476463848" sldId="2147483661"/>
              <ac:spMk id="5" creationId="{1B397207-815A-6466-018D-E2D243AD614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AEE5A-9F76-49B3-B46E-0D2C3ED3E581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01485-BA51-4E54-853B-19A7732D314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97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BF4B-4896-8FB8-7285-CEEA335A5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890" y="670676"/>
            <a:ext cx="11048215" cy="4382937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ctr">
              <a:defRPr lang="it-IT" sz="5400" dirty="0"/>
            </a:lvl1pPr>
          </a:lstStyle>
          <a:p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11CBC-76EE-F669-83F4-054A9920C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890" y="5393528"/>
            <a:ext cx="11048214" cy="793796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043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541D-D262-CAFC-F58D-04C789E7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97207-815A-6466-018D-E2D243AD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46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072C-4C35-D9CB-6E93-40B70E4B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B0D4EFE-166E-9F27-7506-91D458CD6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33" y="1895475"/>
            <a:ext cx="11152695" cy="4282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C2297E3-5B00-66C7-698C-79D88CF7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792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978F-E741-3881-1946-CD014D3F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lstStyle>
            <a:lvl1pPr algn="ctr">
              <a:defRPr lang="it-IT" sz="4800" b="1" kern="1200" dirty="0">
                <a:ln>
                  <a:noFill/>
                </a:ln>
                <a:solidFill>
                  <a:srgbClr val="0B29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D2EB5-33FD-07D1-65D8-D97296BB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3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A7AA-DE06-7073-1CB9-3C6983BD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228947"/>
            <a:ext cx="10512424" cy="110083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it-IT" sz="4800" b="1" kern="1200" dirty="0">
                <a:ln>
                  <a:noFill/>
                </a:ln>
                <a:solidFill>
                  <a:srgbClr val="0B29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48518B1-A3F2-EF37-2583-6280E319CE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788" y="987423"/>
            <a:ext cx="10512424" cy="4241524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683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D097CF-F16B-3289-70FD-F9297D43F4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23519" y="1845715"/>
            <a:ext cx="5431409" cy="43325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5EC1981-C873-3FC0-E3DC-8E0289EEF62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02233" y="1845717"/>
            <a:ext cx="5431409" cy="4332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8453D-278A-D726-BFD9-52D997D7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5DC213B-2342-0BFA-C22B-FA58EC5F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92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D4C2A-5072-8063-3CFD-32B153402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234" y="1819275"/>
            <a:ext cx="5431409" cy="685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79B9EAD-C0C6-97FF-B2C9-5A55F2C5EF9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23519" y="1819273"/>
            <a:ext cx="5431409" cy="6858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1306DF4-0593-077F-E1C1-E8E8F93C60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3519" y="2505075"/>
            <a:ext cx="5431409" cy="3673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1577ECB-1971-B4CB-F717-789A1DEB805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02234" y="2505075"/>
            <a:ext cx="5431409" cy="3673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01955-F916-933E-20AA-7C1A2A1D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FB639A2-994A-B64F-D11D-27949350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49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63C5-FEBD-7AFF-F823-A32F9CF3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7242CAA-E53D-A894-F7D7-1CFF7499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43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4CBF6CE-2B9B-4405-62F6-B3D9B5E8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86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A7AA-DE06-7073-1CB9-3C6983BD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3E1E5-3376-C107-31EC-95164B149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9D3FD-A1BB-BB40-5F1F-1C6BA3D5C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239C5-ADAF-A3FD-BCD2-BE9BD09A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2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3E1E-C342-8DFC-E141-3DAB555F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83A2A-329A-E74D-500D-995BAA9B3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72101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78E3F-E354-B106-8B95-F0FEF9501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1208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A34FE-6A1A-B77B-FC70-B780A099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70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EE6AD-2E9C-1BD1-638E-1B27FB2E4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233" y="1895475"/>
            <a:ext cx="11152695" cy="42827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Title 33">
            <a:extLst>
              <a:ext uri="{FF2B5EF4-FFF2-40B4-BE49-F238E27FC236}">
                <a16:creationId xmlns:a16="http://schemas.microsoft.com/office/drawing/2014/main" id="{134E6BD5-D9DB-EB2E-962F-B133BD4E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43883"/>
            <a:ext cx="11152694" cy="10326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83835E3-9199-60CA-B46F-EA3E45662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529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7DE1D-DCFF-0ABF-FFFF-C22F40EC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20346-C22B-66C2-E176-3853E574D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FE19C09F-6DDF-1D6F-5655-75A7E0FA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924" y="6178217"/>
            <a:ext cx="539684" cy="360000"/>
          </a:xfrm>
          <a:prstGeom prst="round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algn="ctr"/>
            <a:fld id="{78E97BA1-C745-4510-B7AA-416690FFF5BB}" type="slidenum">
              <a:rPr lang="en-GB" smtClean="0"/>
              <a:pPr algn="ctr"/>
              <a:t>‹#›</a:t>
            </a:fld>
            <a:endParaRPr lang="it-IT" sz="110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57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76C10D-2FC1-2AB1-958E-CB70A9CECE8F}"/>
              </a:ext>
            </a:extLst>
          </p:cNvPr>
          <p:cNvSpPr/>
          <p:nvPr userDrawn="1"/>
        </p:nvSpPr>
        <p:spPr>
          <a:xfrm>
            <a:off x="298515" y="235670"/>
            <a:ext cx="11594969" cy="6319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61F36-ED8F-2B7E-4D38-3EC815441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233" y="1895475"/>
            <a:ext cx="11152695" cy="4111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2" name="Title 33">
            <a:extLst>
              <a:ext uri="{FF2B5EF4-FFF2-40B4-BE49-F238E27FC236}">
                <a16:creationId xmlns:a16="http://schemas.microsoft.com/office/drawing/2014/main" id="{36BCF3F6-9C8C-90FE-481F-41E10C62A44C}"/>
              </a:ext>
            </a:extLst>
          </p:cNvPr>
          <p:cNvSpPr txBox="1">
            <a:spLocks/>
          </p:cNvSpPr>
          <p:nvPr userDrawn="1"/>
        </p:nvSpPr>
        <p:spPr>
          <a:xfrm>
            <a:off x="502233" y="443883"/>
            <a:ext cx="11152694" cy="1032683"/>
          </a:xfrm>
          <a:prstGeom prst="corner">
            <a:avLst>
              <a:gd name="adj1" fmla="val 56017"/>
              <a:gd name="adj2" fmla="val 636295"/>
            </a:avLst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4000" b="1" kern="120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1F0D8230-A431-CD0A-8FE0-409DE705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29470"/>
            <a:ext cx="11152694" cy="1286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617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60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000" b="1" kern="1200" dirty="0">
          <a:ln>
            <a:noFill/>
          </a:ln>
          <a:solidFill>
            <a:srgbClr val="0B298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-bello10/MLSec_Bello_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4.09425" TargetMode="External"/><Relationship Id="rId2" Type="http://schemas.openxmlformats.org/officeDocument/2006/relationships/hyperlink" Target="https://arxiv.org/abs/1905.13736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abs/2305.13948" TargetMode="External"/><Relationship Id="rId5" Type="http://schemas.openxmlformats.org/officeDocument/2006/relationships/hyperlink" Target="https://arxiv.org/abs/2302.04638" TargetMode="External"/><Relationship Id="rId4" Type="http://schemas.openxmlformats.org/officeDocument/2006/relationships/hyperlink" Target="https://arxiv.org/abs/2103.0194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ra31/auto-attack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s.bello10@phd.uniba.it" TargetMode="External"/><Relationship Id="rId2" Type="http://schemas.openxmlformats.org/officeDocument/2006/relationships/hyperlink" Target="mailto:stefania.bello@unicampus.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6CD3DB-05F7-A0C2-F3F5-F5F2EF055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890" y="670677"/>
            <a:ext cx="11048215" cy="3188804"/>
          </a:xfrm>
        </p:spPr>
        <p:txBody>
          <a:bodyPr anchor="ctr"/>
          <a:lstStyle/>
          <a:p>
            <a:r>
              <a:rPr lang="en-GB" noProof="0" dirty="0"/>
              <a:t>Machine Learning Security project</a:t>
            </a:r>
            <a:br>
              <a:rPr lang="en-GB" noProof="0" dirty="0"/>
            </a:br>
            <a:r>
              <a:rPr lang="en-GB" sz="4800" noProof="0" dirty="0" err="1"/>
              <a:t>Project</a:t>
            </a:r>
            <a:r>
              <a:rPr lang="en-GB" sz="4800" noProof="0" dirty="0"/>
              <a:t> 1</a:t>
            </a:r>
            <a:endParaRPr lang="en-GB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0B6389-8C2C-6A1A-391A-D52BC2205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588755"/>
              </p:ext>
            </p:extLst>
          </p:nvPr>
        </p:nvGraphicFramePr>
        <p:xfrm>
          <a:off x="571889" y="4044765"/>
          <a:ext cx="11048216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108">
                  <a:extLst>
                    <a:ext uri="{9D8B030D-6E8A-4147-A177-3AD203B41FA5}">
                      <a16:colId xmlns:a16="http://schemas.microsoft.com/office/drawing/2014/main" val="3491989528"/>
                    </a:ext>
                  </a:extLst>
                </a:gridCol>
                <a:gridCol w="5524108">
                  <a:extLst>
                    <a:ext uri="{9D8B030D-6E8A-4147-A177-3AD203B41FA5}">
                      <a16:colId xmlns:a16="http://schemas.microsoft.com/office/drawing/2014/main" val="3995444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400" b="1" noProof="0" dirty="0"/>
                        <a:t>PhD student</a:t>
                      </a:r>
                      <a:r>
                        <a:rPr lang="en-GB" sz="2400" noProof="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noProof="0" dirty="0"/>
                        <a:t>Stefania Bello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10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400" b="1" noProof="0" dirty="0"/>
                        <a:t>GitHub link</a:t>
                      </a:r>
                      <a:r>
                        <a:rPr lang="en-GB" sz="2400" noProof="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noProof="0" dirty="0">
                          <a:hlinkClick r:id="rId2"/>
                        </a:rPr>
                        <a:t>https://github.com/s-bello10/MLSec_Bello_S</a:t>
                      </a:r>
                      <a:r>
                        <a:rPr lang="en-GB" sz="2000" noProof="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64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F377-F144-1EA0-799C-BAC7E503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4FA4C0-C7AA-4ADA-8680-0123FC37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Project description </a:t>
            </a:r>
          </a:p>
        </p:txBody>
      </p:sp>
      <p:sp>
        <p:nvSpPr>
          <p:cNvPr id="2" name="Vertical Text Placeholder 1">
            <a:extLst>
              <a:ext uri="{FF2B5EF4-FFF2-40B4-BE49-F238E27FC236}">
                <a16:creationId xmlns:a16="http://schemas.microsoft.com/office/drawing/2014/main" id="{177D9EE6-9793-B0E3-129E-D637050F6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0" dirty="0"/>
              <a:t>Select five CIFAR-10 (ℓ∞) models from </a:t>
            </a:r>
            <a:r>
              <a:rPr lang="en-GB" noProof="0" dirty="0" err="1"/>
              <a:t>RobustBench</a:t>
            </a:r>
            <a:r>
              <a:rPr lang="en-GB" noProof="0" dirty="0"/>
              <a:t> and re-evaluate them using </a:t>
            </a:r>
            <a:r>
              <a:rPr lang="en-GB" noProof="0" dirty="0" err="1"/>
              <a:t>AutoAttack</a:t>
            </a:r>
            <a:r>
              <a:rPr lang="en-GB" noProof="0" dirty="0"/>
              <a:t> under different values of the radius epsilon (e.g., from 1/255 to 16/255, regularly spaced interval including the baseline 8/255), using a subset of 100-200 samples.</a:t>
            </a:r>
          </a:p>
          <a:p>
            <a:r>
              <a:rPr lang="en-GB" noProof="0" dirty="0"/>
              <a:t>Compare the resulting robust accuracies and model rankings across these settings.</a:t>
            </a:r>
          </a:p>
          <a:p>
            <a:r>
              <a:rPr lang="en-GB" noProof="0" dirty="0"/>
              <a:t>Evaluate the stability of model rankings across different epsilon values.</a:t>
            </a:r>
          </a:p>
          <a:p>
            <a:r>
              <a:rPr lang="en-GB" noProof="0" dirty="0"/>
              <a:t>Identify cases where these changes lead to significant rank shifts and discuss what this reveals about the reliability of </a:t>
            </a:r>
            <a:r>
              <a:rPr lang="en-GB" noProof="0" dirty="0" err="1"/>
              <a:t>RobustBench</a:t>
            </a:r>
            <a:r>
              <a:rPr lang="en-GB" noProof="0" dirty="0"/>
              <a:t> leaderboards.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AF8E-3B54-19ED-C72F-CCB35635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2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938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9E0D-560F-B5D4-398D-6F1BD8E0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Selected models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CB5300-5E5F-B644-8886-29735513D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289708"/>
              </p:ext>
            </p:extLst>
          </p:nvPr>
        </p:nvGraphicFramePr>
        <p:xfrm>
          <a:off x="519653" y="1758757"/>
          <a:ext cx="11152694" cy="3962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18515">
                  <a:extLst>
                    <a:ext uri="{9D8B030D-6E8A-4147-A177-3AD203B41FA5}">
                      <a16:colId xmlns:a16="http://schemas.microsoft.com/office/drawing/2014/main" val="874785626"/>
                    </a:ext>
                  </a:extLst>
                </a:gridCol>
                <a:gridCol w="2451592">
                  <a:extLst>
                    <a:ext uri="{9D8B030D-6E8A-4147-A177-3AD203B41FA5}">
                      <a16:colId xmlns:a16="http://schemas.microsoft.com/office/drawing/2014/main" val="578834739"/>
                    </a:ext>
                  </a:extLst>
                </a:gridCol>
                <a:gridCol w="1735582">
                  <a:extLst>
                    <a:ext uri="{9D8B030D-6E8A-4147-A177-3AD203B41FA5}">
                      <a16:colId xmlns:a16="http://schemas.microsoft.com/office/drawing/2014/main" val="3577795931"/>
                    </a:ext>
                  </a:extLst>
                </a:gridCol>
                <a:gridCol w="3047005">
                  <a:extLst>
                    <a:ext uri="{9D8B030D-6E8A-4147-A177-3AD203B41FA5}">
                      <a16:colId xmlns:a16="http://schemas.microsoft.com/office/drawing/2014/main" val="2860056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Model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 err="1"/>
                        <a:t>RobustBench</a:t>
                      </a:r>
                      <a:r>
                        <a:rPr lang="en-GB" sz="1600" noProof="0" dirty="0"/>
                        <a:t>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Paper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978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Carmon2019Unlabeled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WideResNet-28-10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Unlabeled</a:t>
                      </a:r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 Data Improves Adversarial Robustness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31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Sehwag2021Proxy_R18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ResNet-18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Robust Learning Meets Generative Models: Can Proxy Distributions Improve Adversarial Robustness?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19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Rebuffi2021Fixing_R18_ddpm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PreActResNet-18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Fixing Data Augmentation to Improve Adversarial Robustness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76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Wang2023Better_WRN-28-10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WideResNet-28-10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Better Diffusion Models Further Improve Adversarial Training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49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Cui2023Decoupled_WRN-28-10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WideResNet-28-10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Decoupled </a:t>
                      </a:r>
                      <a:r>
                        <a:rPr lang="en-GB" sz="16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Kullback</a:t>
                      </a:r>
                      <a:r>
                        <a:rPr lang="en-GB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-Leibler Divergence Loss</a:t>
                      </a:r>
                      <a:endParaRPr lang="en-GB" sz="16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77508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36696-3419-1315-EFDB-022BAA07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3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666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023380-376D-F73F-D2CB-8341D0449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Technical specifications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C4D500-BD41-6BBC-F870-04890F83459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GB" noProof="0" dirty="0"/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4B8A9-5724-9F17-8888-556BEDFFA7E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23519" y="2505075"/>
            <a:ext cx="5431409" cy="3451842"/>
          </a:xfrm>
        </p:spPr>
        <p:txBody>
          <a:bodyPr>
            <a:normAutofit/>
          </a:bodyPr>
          <a:lstStyle/>
          <a:p>
            <a:r>
              <a:rPr lang="en-GB" b="1" noProof="0" dirty="0"/>
              <a:t>Test subset size</a:t>
            </a:r>
            <a:r>
              <a:rPr lang="en-GB" noProof="0" dirty="0"/>
              <a:t>: 200</a:t>
            </a:r>
          </a:p>
          <a:p>
            <a:r>
              <a:rPr lang="en-GB" b="1" noProof="0" dirty="0"/>
              <a:t>Epsilon values</a:t>
            </a:r>
            <a:r>
              <a:rPr lang="en-GB" noProof="0" dirty="0"/>
              <a:t>: 1/255, 4/255, 8/255, 12/255, 16/255</a:t>
            </a:r>
          </a:p>
          <a:p>
            <a:r>
              <a:rPr lang="en-GB" b="1" noProof="0" dirty="0"/>
              <a:t>Batch size</a:t>
            </a:r>
            <a:r>
              <a:rPr lang="en-GB" noProof="0" dirty="0"/>
              <a:t>: 16</a:t>
            </a:r>
          </a:p>
          <a:p>
            <a:endParaRPr lang="en-GB" b="1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29E346-9A34-912B-F081-6620DCA4510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GB" b="1" noProof="0" dirty="0"/>
              <a:t>CPU</a:t>
            </a:r>
            <a:r>
              <a:rPr lang="en-GB" noProof="0" dirty="0"/>
              <a:t>: 13th Gen Intel i9-13900HX</a:t>
            </a:r>
          </a:p>
          <a:p>
            <a:r>
              <a:rPr lang="en-GB" b="1" noProof="0" dirty="0"/>
              <a:t>GPU</a:t>
            </a:r>
            <a:r>
              <a:rPr lang="en-GB" noProof="0" dirty="0"/>
              <a:t>: NVIDIA GeForce RTX 4070 Laptop GPU</a:t>
            </a:r>
          </a:p>
          <a:p>
            <a:r>
              <a:rPr lang="en-GB" b="1" noProof="0" dirty="0"/>
              <a:t>Python 3.12.12</a:t>
            </a:r>
          </a:p>
          <a:p>
            <a:r>
              <a:rPr lang="en-GB" b="1" noProof="0" dirty="0" err="1"/>
              <a:t>PyTorch</a:t>
            </a:r>
            <a:r>
              <a:rPr lang="en-GB" b="1" noProof="0" dirty="0"/>
              <a:t> 2.5.1 + </a:t>
            </a:r>
            <a:r>
              <a:rPr lang="en-GB" b="1" noProof="0" dirty="0" err="1"/>
              <a:t>PyTorch</a:t>
            </a:r>
            <a:r>
              <a:rPr lang="en-GB" b="1" noProof="0" dirty="0"/>
              <a:t> CUDA</a:t>
            </a:r>
          </a:p>
          <a:p>
            <a:r>
              <a:rPr lang="en-GB" b="1" noProof="0" dirty="0"/>
              <a:t>Anaconda</a:t>
            </a:r>
            <a:r>
              <a:rPr lang="en-GB" noProof="0" dirty="0"/>
              <a:t> for virtual environment + </a:t>
            </a:r>
            <a:r>
              <a:rPr lang="en-GB" b="1" noProof="0" dirty="0" err="1"/>
              <a:t>Jupyter</a:t>
            </a:r>
            <a:r>
              <a:rPr lang="en-GB" b="1" noProof="0" dirty="0"/>
              <a:t> Notebook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1CB1D-F56A-53E5-8306-8FFD6AC9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Experimental setup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33D27B-C3A4-74DD-1411-B81EAB59ED1E}"/>
              </a:ext>
            </a:extLst>
          </p:cNvPr>
          <p:cNvSpPr/>
          <p:nvPr/>
        </p:nvSpPr>
        <p:spPr>
          <a:xfrm>
            <a:off x="7154883" y="4230996"/>
            <a:ext cx="3924795" cy="18136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noProof="0" dirty="0" err="1"/>
              <a:t>AutoAttack</a:t>
            </a:r>
            <a:r>
              <a:rPr lang="en-GB" sz="1600" noProof="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noProof="0" dirty="0"/>
              <a:t>untargeted APGD-CE</a:t>
            </a:r>
            <a:r>
              <a:rPr lang="en-GB" sz="1600" noProof="0" dirty="0"/>
              <a:t> (no restarts)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noProof="0" dirty="0"/>
              <a:t>targeted APGD-DLR</a:t>
            </a:r>
            <a:r>
              <a:rPr lang="en-GB" sz="1600" noProof="0" dirty="0"/>
              <a:t> (9 target 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noProof="0" dirty="0"/>
              <a:t>targeted FAB</a:t>
            </a:r>
            <a:r>
              <a:rPr lang="en-GB" sz="1600" noProof="0" dirty="0"/>
              <a:t> (9 target 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 noProof="0" dirty="0"/>
              <a:t>Square Attack</a:t>
            </a:r>
            <a:r>
              <a:rPr lang="en-GB" sz="1600" noProof="0" dirty="0"/>
              <a:t> (5000 queries)</a:t>
            </a:r>
          </a:p>
          <a:p>
            <a:endParaRPr lang="en-GB" sz="1600" noProof="0" dirty="0">
              <a:solidFill>
                <a:schemeClr val="tx1"/>
              </a:solidFill>
            </a:endParaRPr>
          </a:p>
          <a:p>
            <a:r>
              <a:rPr lang="en-GB" sz="1600" noProof="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https://github.com/fra31/auto-attack</a:t>
            </a:r>
            <a:r>
              <a:rPr lang="en-GB" sz="1600" noProof="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1802E3-2BC7-D31B-C072-A002ABFC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4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C34C01-C39C-6F6C-6BAF-EFA45CBF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 clean accuracy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4884CE7-D55E-5566-F55A-86FA99208B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335440"/>
              </p:ext>
            </p:extLst>
          </p:nvPr>
        </p:nvGraphicFramePr>
        <p:xfrm>
          <a:off x="1842414" y="2401686"/>
          <a:ext cx="8507172" cy="2433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260355">
                  <a:extLst>
                    <a:ext uri="{9D8B030D-6E8A-4147-A177-3AD203B41FA5}">
                      <a16:colId xmlns:a16="http://schemas.microsoft.com/office/drawing/2014/main" val="874785626"/>
                    </a:ext>
                  </a:extLst>
                </a:gridCol>
                <a:gridCol w="2064830">
                  <a:extLst>
                    <a:ext uri="{9D8B030D-6E8A-4147-A177-3AD203B41FA5}">
                      <a16:colId xmlns:a16="http://schemas.microsoft.com/office/drawing/2014/main" val="578834739"/>
                    </a:ext>
                  </a:extLst>
                </a:gridCol>
                <a:gridCol w="2181987">
                  <a:extLst>
                    <a:ext uri="{9D8B030D-6E8A-4147-A177-3AD203B41FA5}">
                      <a16:colId xmlns:a16="http://schemas.microsoft.com/office/drawing/2014/main" val="3577795931"/>
                    </a:ext>
                  </a:extLst>
                </a:gridCol>
              </a:tblGrid>
              <a:tr h="167013"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Model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Clean accuracy (%)</a:t>
                      </a:r>
                      <a:br>
                        <a:rPr lang="en-GB" sz="1600" noProof="0" dirty="0"/>
                      </a:br>
                      <a:r>
                        <a:rPr lang="en-GB" sz="1600" noProof="0" dirty="0"/>
                        <a:t>(from </a:t>
                      </a:r>
                      <a:r>
                        <a:rPr lang="en-GB" sz="1600" noProof="0" dirty="0" err="1"/>
                        <a:t>RobustBench</a:t>
                      </a:r>
                      <a:r>
                        <a:rPr lang="en-GB" sz="1600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Clean accuracy (%)</a:t>
                      </a:r>
                      <a:br>
                        <a:rPr lang="en-GB" sz="1600" noProof="0" dirty="0"/>
                      </a:br>
                      <a:r>
                        <a:rPr lang="en-GB" sz="1600" noProof="0" dirty="0"/>
                        <a:t>(on 200 test samples)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5978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Carmon2019Unlabeled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89.69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31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Sehwag2021Proxy_R18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84.59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87.00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19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Rebuffi2021Fixing_R18_ddpm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83.53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85.50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76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Wang2023Better_WRN-28-10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92.44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92.50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49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Cui2023Decoupled_WRN-28-10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92.16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/>
                        <a:t>93.50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775086"/>
                  </a:ext>
                </a:extLst>
              </a:tr>
            </a:tbl>
          </a:graphicData>
        </a:graphic>
      </p:graphicFrame>
      <p:sp>
        <p:nvSpPr>
          <p:cNvPr id="12" name="Arrow: Up 11">
            <a:extLst>
              <a:ext uri="{FF2B5EF4-FFF2-40B4-BE49-F238E27FC236}">
                <a16:creationId xmlns:a16="http://schemas.microsoft.com/office/drawing/2014/main" id="{338EC22F-B600-4217-BCDB-4E795413C5C9}"/>
              </a:ext>
            </a:extLst>
          </p:cNvPr>
          <p:cNvSpPr/>
          <p:nvPr/>
        </p:nvSpPr>
        <p:spPr>
          <a:xfrm>
            <a:off x="9025247" y="4969824"/>
            <a:ext cx="492826" cy="76595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525F9-7723-EF2B-014F-2AD48554CF64}"/>
              </a:ext>
            </a:extLst>
          </p:cNvPr>
          <p:cNvSpPr txBox="1"/>
          <p:nvPr/>
        </p:nvSpPr>
        <p:spPr>
          <a:xfrm>
            <a:off x="8303821" y="5795158"/>
            <a:ext cx="193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0" dirty="0"/>
              <a:t>Our starting point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427EE6-FBD6-C664-F2FF-59084DBB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5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06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194A-2403-B9C0-2072-99EE78D1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29470"/>
            <a:ext cx="5515149" cy="1286618"/>
          </a:xfrm>
        </p:spPr>
        <p:txBody>
          <a:bodyPr/>
          <a:lstStyle/>
          <a:p>
            <a:r>
              <a:rPr lang="en-GB" noProof="0" dirty="0"/>
              <a:t>Results:</a:t>
            </a:r>
            <a:br>
              <a:rPr lang="en-GB" noProof="0" dirty="0"/>
            </a:br>
            <a:r>
              <a:rPr lang="en-GB" noProof="0" dirty="0"/>
              <a:t>robust accuracy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DD0EC0D-035B-1380-2F71-1BD64F40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33" y="1895475"/>
            <a:ext cx="5672387" cy="2795278"/>
          </a:xfrm>
        </p:spPr>
        <p:txBody>
          <a:bodyPr>
            <a:normAutofit lnSpcReduction="10000"/>
          </a:bodyPr>
          <a:lstStyle/>
          <a:p>
            <a:r>
              <a:rPr lang="en-GB" sz="1600" noProof="0" dirty="0"/>
              <a:t>Robust accuracy dramatically drops for all models as ε increases, but some models degrade much faster than others:</a:t>
            </a:r>
          </a:p>
          <a:p>
            <a:pPr lvl="1"/>
            <a:r>
              <a:rPr lang="en-GB" sz="1600" noProof="0" dirty="0"/>
              <a:t>For smaller </a:t>
            </a:r>
            <a:r>
              <a:rPr lang="en-GB" sz="1600" noProof="0" dirty="0" err="1"/>
              <a:t>εs</a:t>
            </a:r>
            <a:r>
              <a:rPr lang="en-GB" sz="1600" noProof="0" dirty="0"/>
              <a:t> (e.g., 1/255 and 4/255), </a:t>
            </a:r>
            <a:r>
              <a:rPr lang="en-GB" sz="1600" b="1" noProof="0" dirty="0"/>
              <a:t>Wang2023Better_WRN-28-10</a:t>
            </a:r>
            <a:r>
              <a:rPr lang="en-GB" sz="1600" noProof="0" dirty="0"/>
              <a:t> and </a:t>
            </a:r>
            <a:r>
              <a:rPr lang="en-GB" sz="1600" b="1" noProof="0" dirty="0"/>
              <a:t>Cui2023Decoupled_WRN-28-10</a:t>
            </a:r>
            <a:r>
              <a:rPr lang="en-GB" sz="1600" noProof="0" dirty="0"/>
              <a:t> perform best;</a:t>
            </a:r>
          </a:p>
          <a:p>
            <a:pPr lvl="1"/>
            <a:r>
              <a:rPr lang="en-GB" sz="1600" noProof="0" dirty="0"/>
              <a:t>For larger </a:t>
            </a:r>
            <a:r>
              <a:rPr lang="en-GB" sz="1600" noProof="0" dirty="0" err="1"/>
              <a:t>εs</a:t>
            </a:r>
            <a:r>
              <a:rPr lang="en-GB" sz="1600" noProof="0" dirty="0"/>
              <a:t> (e.g., 12/255 and 16/255), </a:t>
            </a:r>
            <a:r>
              <a:rPr lang="en-GB" sz="1600" b="1" noProof="0" dirty="0"/>
              <a:t>Rebuffi2021Fixing_R18_ddpm</a:t>
            </a:r>
            <a:r>
              <a:rPr lang="en-GB" sz="1600" noProof="0" dirty="0"/>
              <a:t> becomes the most robust, while some top models at smaller ε fall behind;</a:t>
            </a:r>
          </a:p>
          <a:p>
            <a:r>
              <a:rPr lang="en-GB" sz="1600" noProof="0" dirty="0"/>
              <a:t>These changes show that models' robustness strongly depends on </a:t>
            </a:r>
            <a:r>
              <a:rPr lang="en-GB" sz="1600" noProof="0" dirty="0" err="1"/>
              <a:t>εs</a:t>
            </a:r>
            <a:r>
              <a:rPr lang="en-GB" sz="1600" noProof="0" dirty="0"/>
              <a:t> and being robust against a specific ε doesn't make the model robust against other </a:t>
            </a:r>
            <a:r>
              <a:rPr lang="en-GB" sz="1600" noProof="0" dirty="0" err="1"/>
              <a:t>εs</a:t>
            </a:r>
            <a:r>
              <a:rPr lang="en-GB" sz="1600" noProof="0" dirty="0"/>
              <a:t>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8F528C-6815-FD8D-DC59-E432DBE6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6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E0B6AE-3B27-9424-9F27-820545DD6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24011"/>
              </p:ext>
            </p:extLst>
          </p:nvPr>
        </p:nvGraphicFramePr>
        <p:xfrm>
          <a:off x="725673" y="4772519"/>
          <a:ext cx="10583419" cy="1728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193">
                  <a:extLst>
                    <a:ext uri="{9D8B030D-6E8A-4147-A177-3AD203B41FA5}">
                      <a16:colId xmlns:a16="http://schemas.microsoft.com/office/drawing/2014/main" val="2054127517"/>
                    </a:ext>
                  </a:extLst>
                </a:gridCol>
                <a:gridCol w="1330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12/255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16/255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Carmon2019Unlabeled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88.50%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77.50% (↓13.00%)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35.50% (↓55.00%)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18.50% (↓72.00%)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Cui2023Decoupled_WRN-28-10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87.00%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92.00% (↓1.50%)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(↓10.00%)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69.50% (↓24.00%)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42.50% (↓51.00%)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(↓72.50%)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Rebuffi2021Fixing_R18_ddpm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85.50%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71.50% (↓14.00%)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(↓29.50%)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39.00% (↓46.50%)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24.00% (↓61.50%)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Sehwag2021Proxy_R18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84.50% (↓2.50%)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72.50% (↓14.50%)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52.50%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36.50% (↓50.50%)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16.00% (↓71.00%)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Wang2023Better_WRN-28-10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91.50% (↓1.00%)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84.00% (↓8.50%)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70.00% (↓22.50%)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43.50% (↓49.00%)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20D984C-A164-41A4-23F2-41DF99747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620" y="684052"/>
            <a:ext cx="5656914" cy="374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6AD34-993C-3DD8-36D3-D6FE2B38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946E-9632-4E07-30F5-59FAB6DC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29470"/>
            <a:ext cx="5515149" cy="1286618"/>
          </a:xfrm>
        </p:spPr>
        <p:txBody>
          <a:bodyPr/>
          <a:lstStyle/>
          <a:p>
            <a:r>
              <a:rPr lang="en-GB" noProof="0" dirty="0"/>
              <a:t>Results:</a:t>
            </a:r>
            <a:br>
              <a:rPr lang="en-GB" noProof="0" dirty="0"/>
            </a:br>
            <a:r>
              <a:rPr lang="en-GB" noProof="0" dirty="0"/>
              <a:t>robust accuracy drop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273DBA4-924C-46C6-71BA-FDB08FCA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7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978858-E6A2-DBAA-6B7B-8E9D60167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843868"/>
              </p:ext>
            </p:extLst>
          </p:nvPr>
        </p:nvGraphicFramePr>
        <p:xfrm>
          <a:off x="725673" y="4772519"/>
          <a:ext cx="10583419" cy="1728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193">
                  <a:extLst>
                    <a:ext uri="{9D8B030D-6E8A-4147-A177-3AD203B41FA5}">
                      <a16:colId xmlns:a16="http://schemas.microsoft.com/office/drawing/2014/main" val="2054127517"/>
                    </a:ext>
                  </a:extLst>
                </a:gridCol>
                <a:gridCol w="1330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12/255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16/255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Carmon2019Unlabeled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88.50%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77.50% (↓13.00%)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35.50% (↓55.00%)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18.50% (↓72.00%)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Cui2023Decoupled_WRN-28-10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87.00%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92.00% (↓1.50%)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(↓10.00%)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69.50% (↓24.00%)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42.50% (↓51.00%)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(↓72.50%)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Rebuffi2021Fixing_R18_ddpm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85.50%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71.50% (↓14.00%)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(↓29.50%)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39.00% (↓46.50%)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24.00% (↓61.50%)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Sehwag2021Proxy_R18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84.50% (↓2.50%)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72.50% (↓14.50%)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52.50%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36.50% (↓50.50%)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16.00% (↓71.00%)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Wang2023Better_WRN-28-10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91.50% (↓1.00%)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84.00% (↓8.50%)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70.00% (↓22.50%)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43.50% (↓49.00%)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CC8FD9F-BDBB-62D0-34DA-4CDE98DA4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7382" y="684052"/>
            <a:ext cx="5814152" cy="3852321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29824680-F765-0DA5-0D86-1B362A19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33" y="1895475"/>
            <a:ext cx="5515149" cy="2877044"/>
          </a:xfrm>
        </p:spPr>
        <p:txBody>
          <a:bodyPr>
            <a:normAutofit fontScale="92500"/>
          </a:bodyPr>
          <a:lstStyle/>
          <a:p>
            <a:r>
              <a:rPr lang="en-GB" sz="1600" noProof="0" dirty="0"/>
              <a:t>The clean-to-robust accuracy drop increases for all models as ε grows, but the size of the drop differs across models:</a:t>
            </a:r>
          </a:p>
          <a:p>
            <a:pPr lvl="1"/>
            <a:r>
              <a:rPr lang="en-GB" sz="1600" noProof="0" dirty="0"/>
              <a:t>For smaller </a:t>
            </a:r>
            <a:r>
              <a:rPr lang="en-GB" sz="1600" noProof="0" dirty="0" err="1"/>
              <a:t>εs</a:t>
            </a:r>
            <a:r>
              <a:rPr lang="en-GB" sz="1600" noProof="0" dirty="0"/>
              <a:t> (e.g., 1/255 or 8/255), </a:t>
            </a:r>
            <a:r>
              <a:rPr lang="en-GB" sz="1600" b="1" noProof="0" dirty="0"/>
              <a:t>Wang2023Better_WRN-28-10</a:t>
            </a:r>
            <a:r>
              <a:rPr lang="en-GB" sz="1600" noProof="0" dirty="0"/>
              <a:t> and </a:t>
            </a:r>
            <a:r>
              <a:rPr lang="en-GB" sz="1600" b="1" noProof="0" dirty="0"/>
              <a:t>Cui2023Decoupled_WRN-28-10</a:t>
            </a:r>
            <a:r>
              <a:rPr lang="en-GB" sz="1600" noProof="0" dirty="0"/>
              <a:t> show the smallest drops but, on larger </a:t>
            </a:r>
            <a:r>
              <a:rPr lang="en-GB" sz="1600" noProof="0" dirty="0" err="1"/>
              <a:t>εs</a:t>
            </a:r>
            <a:r>
              <a:rPr lang="en-GB" sz="1600" noProof="0" dirty="0"/>
              <a:t>, even their performance degrades;</a:t>
            </a:r>
          </a:p>
          <a:p>
            <a:pPr lvl="1"/>
            <a:r>
              <a:rPr lang="en-GB" sz="1600" b="1" noProof="0" dirty="0"/>
              <a:t>Rebuffi2021Fixing_R18_ddpm</a:t>
            </a:r>
            <a:r>
              <a:rPr lang="en-GB" sz="1600" noProof="0" dirty="0"/>
              <a:t> degrades more slowly at large ε, despite weaker performance at small </a:t>
            </a:r>
            <a:r>
              <a:rPr lang="en-GB" sz="1600" noProof="0" dirty="0" err="1"/>
              <a:t>εs</a:t>
            </a:r>
            <a:r>
              <a:rPr lang="en-GB" sz="1600" noProof="0" dirty="0"/>
              <a:t>;</a:t>
            </a:r>
          </a:p>
          <a:p>
            <a:pPr lvl="1"/>
            <a:r>
              <a:rPr lang="en-GB" sz="1600" noProof="0" dirty="0"/>
              <a:t>Models such as </a:t>
            </a:r>
            <a:r>
              <a:rPr lang="en-GB" sz="1600" b="1" noProof="0" dirty="0"/>
              <a:t>Carmon2019Unlabeled</a:t>
            </a:r>
            <a:r>
              <a:rPr lang="en-GB" sz="1600" noProof="0" dirty="0"/>
              <a:t> and </a:t>
            </a:r>
            <a:r>
              <a:rPr lang="en-GB" sz="1600" b="1" noProof="0" dirty="0"/>
              <a:t>Sehwag2021Proxy_R18</a:t>
            </a:r>
            <a:r>
              <a:rPr lang="en-GB" sz="1600" noProof="0" dirty="0"/>
              <a:t> suffer larger accuracy drops, leading to lower rankings at higher ε values.</a:t>
            </a:r>
          </a:p>
        </p:txBody>
      </p:sp>
    </p:spTree>
    <p:extLst>
      <p:ext uri="{BB962C8B-B14F-4D97-AF65-F5344CB8AC3E}">
        <p14:creationId xmlns:p14="http://schemas.microsoft.com/office/powerpoint/2010/main" val="361106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F81D-0E19-00D5-9738-DDFE14AE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FFB7-0D1C-A870-F996-FADBBCA0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Results:</a:t>
            </a:r>
            <a:br>
              <a:rPr lang="en-GB" noProof="0" dirty="0"/>
            </a:br>
            <a:r>
              <a:rPr lang="en-GB" noProof="0" dirty="0"/>
              <a:t>robust accuracy drop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9EBEB5F-5781-79B2-6485-03D15492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8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3A6C52-2AF7-E1A1-0F55-45CB9BF3F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06960"/>
              </p:ext>
            </p:extLst>
          </p:nvPr>
        </p:nvGraphicFramePr>
        <p:xfrm>
          <a:off x="725673" y="4772519"/>
          <a:ext cx="10583419" cy="1728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193">
                  <a:extLst>
                    <a:ext uri="{9D8B030D-6E8A-4147-A177-3AD203B41FA5}">
                      <a16:colId xmlns:a16="http://schemas.microsoft.com/office/drawing/2014/main" val="2054127517"/>
                    </a:ext>
                  </a:extLst>
                </a:gridCol>
                <a:gridCol w="1330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8/255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12/255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16/255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Carmon2019Unlabeled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88.50%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77.50% (↓13.00%)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35.50% (↓55.00%)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18.50% (↓72.00%)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Cui2023Decoupled_WRN-28-10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87.00%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92.00% (↓1.50%)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(↓10.00%)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69.50% (↓24.00%)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42.50% (↓51.00%)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(↓72.50%)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Rebuffi2021Fixing_R18_ddpm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85.50%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83.50% (↓2.00%)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71.50% (↓14.00%)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56.00% (↓29.50%)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39.00% (↓46.50%)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24.00% (↓61.50%)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Sehwag2021Proxy_R18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84.50% (↓2.50%)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72.50% (↓14.50%)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52.50% (↓34.50%)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36.50% (↓50.50%)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16.00% (↓71.00%)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Wang2023Better_WRN-28-10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91.50% (↓1.00%)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84.00% (↓8.50%)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70.00% (↓22.50%)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43.50% (↓49.00%)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21.00% (↓71.50%)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53B5363E-EFF2-4E38-07BE-9845BE1E0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7382" y="881681"/>
            <a:ext cx="5814152" cy="3457063"/>
          </a:xfrm>
          <a:prstGeom prst="rect">
            <a:avLst/>
          </a:prstGeom>
        </p:spPr>
      </p:pic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80EAA92-8AA7-B16C-A3D1-4A1AC6128E8A}"/>
              </a:ext>
            </a:extLst>
          </p:cNvPr>
          <p:cNvSpPr txBox="1">
            <a:spLocks/>
          </p:cNvSpPr>
          <p:nvPr/>
        </p:nvSpPr>
        <p:spPr>
          <a:xfrm>
            <a:off x="502233" y="1895475"/>
            <a:ext cx="5515149" cy="279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The same observations can be made if we observe the accuracy drop histogram</a:t>
            </a:r>
          </a:p>
        </p:txBody>
      </p:sp>
    </p:spTree>
    <p:extLst>
      <p:ext uri="{BB962C8B-B14F-4D97-AF65-F5344CB8AC3E}">
        <p14:creationId xmlns:p14="http://schemas.microsoft.com/office/powerpoint/2010/main" val="281896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5214-64A6-A7DB-14A2-5EF6E2FF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29470"/>
            <a:ext cx="4923131" cy="1286618"/>
          </a:xfrm>
        </p:spPr>
        <p:txBody>
          <a:bodyPr/>
          <a:lstStyle/>
          <a:p>
            <a:r>
              <a:rPr lang="en-GB" noProof="0" dirty="0"/>
              <a:t>Results:</a:t>
            </a:r>
            <a:br>
              <a:rPr lang="en-GB" noProof="0" dirty="0"/>
            </a:br>
            <a:r>
              <a:rPr lang="en-GB" noProof="0" dirty="0"/>
              <a:t>ranking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2F09F-68D8-8265-A086-706D86BE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9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D737C5-0B2D-3DCA-8827-909763A06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496898"/>
              </p:ext>
            </p:extLst>
          </p:nvPr>
        </p:nvGraphicFramePr>
        <p:xfrm>
          <a:off x="4872659" y="4227513"/>
          <a:ext cx="6970143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016">
                  <a:extLst>
                    <a:ext uri="{9D8B030D-6E8A-4147-A177-3AD203B41FA5}">
                      <a16:colId xmlns:a16="http://schemas.microsoft.com/office/drawing/2014/main" val="648132555"/>
                    </a:ext>
                  </a:extLst>
                </a:gridCol>
                <a:gridCol w="647953">
                  <a:extLst>
                    <a:ext uri="{9D8B030D-6E8A-4147-A177-3AD203B41FA5}">
                      <a16:colId xmlns:a16="http://schemas.microsoft.com/office/drawing/2014/main" val="1739031649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Model ID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4/255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8/255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12/255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16/255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Carmon2019Unlabeled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36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3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Cui2023Decoupled_WRN-28-10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87.00%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59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5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Rebuffi2021Fixing_R18_ddpm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85.50%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53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4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Sehwag2021Proxy_R18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10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2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Wang2023Better_WRN-28-10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1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01851A2-DAB3-47F5-7EC8-11256490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5365" y="278908"/>
            <a:ext cx="6417437" cy="3831305"/>
          </a:xfrm>
          <a:prstGeom prst="rect">
            <a:avLst/>
          </a:prstGeom>
        </p:spPr>
      </p:pic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883E34E-59E8-A4CF-06E6-2D626E61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34" y="1895474"/>
            <a:ext cx="4370425" cy="4533055"/>
          </a:xfrm>
        </p:spPr>
        <p:txBody>
          <a:bodyPr>
            <a:normAutofit fontScale="85000" lnSpcReduction="10000"/>
          </a:bodyPr>
          <a:lstStyle/>
          <a:p>
            <a:r>
              <a:rPr lang="en-GB" noProof="0" dirty="0"/>
              <a:t>Model rankings change noticeably as ε increases</a:t>
            </a:r>
          </a:p>
          <a:p>
            <a:r>
              <a:rPr lang="en-GB" b="1" noProof="0" dirty="0"/>
              <a:t>Wang2023Better_WRN-28-10</a:t>
            </a:r>
            <a:r>
              <a:rPr lang="en-GB" noProof="0" dirty="0"/>
              <a:t> and </a:t>
            </a:r>
            <a:r>
              <a:rPr lang="en-GB" b="1" noProof="0" dirty="0"/>
              <a:t>Cui2023Decoupled_WRN-28-10 </a:t>
            </a:r>
            <a:r>
              <a:rPr lang="en-GB" noProof="0" dirty="0"/>
              <a:t>show the most stable behaviour, staying within the top-2 and top-3 ranks, respectively, across all ε values;</a:t>
            </a:r>
          </a:p>
          <a:p>
            <a:r>
              <a:rPr lang="en-GB" noProof="0" dirty="0"/>
              <a:t>Indeed, they rank 1</a:t>
            </a:r>
            <a:r>
              <a:rPr lang="en-GB" baseline="30000" noProof="0" dirty="0"/>
              <a:t>st</a:t>
            </a:r>
            <a:r>
              <a:rPr lang="en-GB" noProof="0" dirty="0"/>
              <a:t> and 2</a:t>
            </a:r>
            <a:r>
              <a:rPr lang="en-GB" baseline="30000" noProof="0" dirty="0"/>
              <a:t>nd</a:t>
            </a:r>
            <a:r>
              <a:rPr lang="en-GB" noProof="0" dirty="0"/>
              <a:t> at 8/255 (benchmark);</a:t>
            </a:r>
          </a:p>
          <a:p>
            <a:r>
              <a:rPr lang="en-GB" noProof="0" dirty="0"/>
              <a:t>In contrast, </a:t>
            </a:r>
            <a:r>
              <a:rPr lang="en-GB" b="1" noProof="0" dirty="0"/>
              <a:t>Rebuffi2021Fixing_R18_ddpm </a:t>
            </a:r>
            <a:r>
              <a:rPr lang="en-GB" noProof="0" dirty="0"/>
              <a:t>is the most instable model, moving from last place at small ε to first place at large ε;</a:t>
            </a:r>
          </a:p>
          <a:p>
            <a:r>
              <a:rPr lang="en-GB" noProof="0" dirty="0"/>
              <a:t>Overall, the results indicate that single-ε leaderboards mask important ranking shifts and that robustness should be evaluated across multiple ε values.</a:t>
            </a:r>
          </a:p>
        </p:txBody>
      </p:sp>
    </p:spTree>
    <p:extLst>
      <p:ext uri="{BB962C8B-B14F-4D97-AF65-F5344CB8AC3E}">
        <p14:creationId xmlns:p14="http://schemas.microsoft.com/office/powerpoint/2010/main" val="395070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98B1-4FCF-C266-E642-12990011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8F59-35F5-F83A-4703-C37C43D5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3" y="429470"/>
            <a:ext cx="4923131" cy="1286618"/>
          </a:xfrm>
        </p:spPr>
        <p:txBody>
          <a:bodyPr/>
          <a:lstStyle/>
          <a:p>
            <a:r>
              <a:rPr lang="en-GB" noProof="0" dirty="0"/>
              <a:t>Results:</a:t>
            </a:r>
            <a:br>
              <a:rPr lang="en-GB" noProof="0" dirty="0"/>
            </a:br>
            <a:r>
              <a:rPr lang="en-GB" noProof="0" dirty="0"/>
              <a:t>ranking stability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1CD8F-F6C3-307F-E528-07911631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10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5C1C82-60CF-B43C-0E3D-4821A575F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8079" y="278908"/>
            <a:ext cx="5372009" cy="3831306"/>
          </a:xfrm>
          <a:prstGeom prst="rect">
            <a:avLst/>
          </a:prstGeom>
        </p:spPr>
      </p:pic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9A50B207-E614-9782-B156-814A316F8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34" y="1895474"/>
            <a:ext cx="4370425" cy="4533055"/>
          </a:xfrm>
        </p:spPr>
        <p:txBody>
          <a:bodyPr>
            <a:normAutofit fontScale="92500" lnSpcReduction="20000"/>
          </a:bodyPr>
          <a:lstStyle/>
          <a:p>
            <a:r>
              <a:rPr lang="en-GB" noProof="0" dirty="0"/>
              <a:t>Ranking stability can also be seen as rank variance: as a matter of fact, </a:t>
            </a:r>
            <a:r>
              <a:rPr lang="en-GB" b="1" noProof="0" dirty="0"/>
              <a:t>Wang2023Better_WRN-28-10</a:t>
            </a:r>
            <a:r>
              <a:rPr lang="en-GB" noProof="0" dirty="0"/>
              <a:t> and </a:t>
            </a:r>
            <a:r>
              <a:rPr lang="en-GB" b="1" noProof="0" dirty="0"/>
              <a:t>Cui2023Decoupled_WRN-28-10 </a:t>
            </a:r>
            <a:r>
              <a:rPr lang="en-GB" noProof="0" dirty="0"/>
              <a:t>low variance hence more stability, with low rank variance and no large rank jumps across ε;</a:t>
            </a:r>
          </a:p>
          <a:p>
            <a:r>
              <a:rPr lang="en-GB" b="1" noProof="0" dirty="0"/>
              <a:t>Rebuffi2021Fixing_R18_ddpm</a:t>
            </a:r>
            <a:r>
              <a:rPr lang="en-GB" noProof="0" dirty="0"/>
              <a:t>, with passed from 5 to 1, is the least stable model, showing both the highest rank variance and the largest rank jump;</a:t>
            </a:r>
          </a:p>
          <a:p>
            <a:r>
              <a:rPr lang="en-GB" b="1" noProof="0" dirty="0"/>
              <a:t>Sehwag2021Proxy_R18</a:t>
            </a:r>
            <a:r>
              <a:rPr lang="en-GB" noProof="0" dirty="0"/>
              <a:t> remains consistently in the lower ranks, showing moderate stability.</a:t>
            </a:r>
          </a:p>
          <a:p>
            <a:r>
              <a:rPr lang="en-GB" b="1" noProof="0" dirty="0"/>
              <a:t>Carmon2019Unlabeled</a:t>
            </a:r>
            <a:r>
              <a:rPr lang="en-GB" noProof="0" dirty="0"/>
              <a:t> exhibits noticeable instability, with a larger rank variance and a two-position drop at higher ε.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6CE1F0-E3A1-E9E4-B3AC-665DB98C0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36812"/>
              </p:ext>
            </p:extLst>
          </p:nvPr>
        </p:nvGraphicFramePr>
        <p:xfrm>
          <a:off x="4872659" y="4227513"/>
          <a:ext cx="6970143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6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016">
                  <a:extLst>
                    <a:ext uri="{9D8B030D-6E8A-4147-A177-3AD203B41FA5}">
                      <a16:colId xmlns:a16="http://schemas.microsoft.com/office/drawing/2014/main" val="648132555"/>
                    </a:ext>
                  </a:extLst>
                </a:gridCol>
                <a:gridCol w="647953">
                  <a:extLst>
                    <a:ext uri="{9D8B030D-6E8A-4147-A177-3AD203B41FA5}">
                      <a16:colId xmlns:a16="http://schemas.microsoft.com/office/drawing/2014/main" val="1739031649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Model ID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Clean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4/255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8/255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12/255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100"/>
                      </a:pPr>
                      <a:r>
                        <a:rPr lang="en-GB" sz="1200" b="1" kern="1200" noProof="0" dirty="0">
                          <a:solidFill>
                            <a:schemeClr val="lt1"/>
                          </a:solidFill>
                        </a:rPr>
                        <a:t>16/255</a:t>
                      </a:r>
                      <a:endParaRPr lang="en-GB" sz="12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Carmon2019Unlabeled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90.50%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36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3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Cui2023Decoupled_WRN-28-10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87.00%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59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5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Rebuffi2021Fixing_R18_ddpm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85.50%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53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4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Sehwag2021Proxy_R18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10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2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kumimoji="0" lang="en-GB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</a:rPr>
                        <a:t>Wang2023Better_WRN-28-10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9 </a:t>
                      </a:r>
                      <a:r>
                        <a:rPr lang="en-GB" sz="1200" noProof="0" dirty="0">
                          <a:sym typeface="Wingdings" panose="05000000000000000000" pitchFamily="2" charset="2"/>
                        </a:rPr>
                        <a:t> 1</a:t>
                      </a:r>
                      <a:endParaRPr lang="en-GB" sz="12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03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A75A-F549-A5F5-F0A3-5AE27EF0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EE4F2-469C-AC7A-9287-01D4CAA0B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Robust accuracy and model rankings change significantly as ε varies, showing that robustness is strongly ε-dependent;</a:t>
            </a:r>
          </a:p>
          <a:p>
            <a:r>
              <a:rPr lang="en-GB" noProof="0" dirty="0"/>
              <a:t>Some models were more sensible to the increasing of ε;</a:t>
            </a:r>
          </a:p>
          <a:p>
            <a:r>
              <a:rPr lang="en-GB" noProof="0" dirty="0"/>
              <a:t>Models ranked highest at the standard benchmark ε = 8/255 are not always the most robust at larger perturbation strengths;</a:t>
            </a:r>
          </a:p>
          <a:p>
            <a:r>
              <a:rPr lang="en-GB" noProof="0" dirty="0"/>
              <a:t>Some models (e.g., </a:t>
            </a:r>
            <a:r>
              <a:rPr lang="en-GB" b="1" noProof="0" dirty="0"/>
              <a:t>Wang2023Better_WRN-28-10</a:t>
            </a:r>
            <a:r>
              <a:rPr lang="en-GB" noProof="0" dirty="0"/>
              <a:t>, </a:t>
            </a:r>
            <a:r>
              <a:rPr lang="en-GB" b="1" noProof="0" dirty="0"/>
              <a:t>Cui2023Decoupled_WRN-28-10</a:t>
            </a:r>
            <a:r>
              <a:rPr lang="en-GB" noProof="0" dirty="0"/>
              <a:t>) show relatively stable rankings, while others (</a:t>
            </a:r>
            <a:r>
              <a:rPr lang="en-GB" b="1" noProof="0" dirty="0"/>
              <a:t>Rebuffi2021Fixing_R18_ddpm</a:t>
            </a:r>
            <a:r>
              <a:rPr lang="en-GB" noProof="0" dirty="0"/>
              <a:t>) exhibit large rank shifts across ε;</a:t>
            </a:r>
          </a:p>
          <a:p>
            <a:r>
              <a:rPr lang="en-GB" noProof="0" dirty="0" err="1"/>
              <a:t>RobustBench</a:t>
            </a:r>
            <a:r>
              <a:rPr lang="en-GB" noProof="0" dirty="0"/>
              <a:t> shows the robustness at ε = 8/255 (for these models) and doesn't represent a global notion of robustness: single-ε leaderboard positions can reflect </a:t>
            </a:r>
            <a:r>
              <a:rPr lang="en-GB" b="1" noProof="0" dirty="0"/>
              <a:t>optimization for a specific threat setting </a:t>
            </a:r>
            <a:r>
              <a:rPr lang="en-GB" noProof="0" dirty="0"/>
              <a:t>and can be quite misleading, as being robust against one ε (e.g., 8/255) doesn't imply absolute robustness </a:t>
            </a:r>
            <a:r>
              <a:rPr lang="en-GB" noProof="0" dirty="0">
                <a:sym typeface="Wingdings" panose="05000000000000000000" pitchFamily="2" charset="2"/>
              </a:rPr>
              <a:t> </a:t>
            </a:r>
            <a:r>
              <a:rPr lang="en-GB" noProof="0" dirty="0"/>
              <a:t>multi-ε analysis would be a better choice;</a:t>
            </a:r>
          </a:p>
          <a:p>
            <a:r>
              <a:rPr lang="en-GB" noProof="0" dirty="0" err="1"/>
              <a:t>RobustBench</a:t>
            </a:r>
            <a:r>
              <a:rPr lang="en-GB" noProof="0" dirty="0"/>
              <a:t> leaderboards should therefore be interpreted as conditional rankings, valid only for the chosen ε and threat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E2186-73A8-4067-D100-55173FFC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8E97BA1-C745-4510-B7AA-416690FFF5BB}" type="slidenum">
              <a:rPr lang="en-GB" noProof="0" smtClean="0"/>
              <a:pPr algn="ctr"/>
              <a:t>11</a:t>
            </a:fld>
            <a:endParaRPr lang="en-GB" sz="1100" noProof="0" dirty="0">
              <a:solidFill>
                <a:schemeClr val="tx1">
                  <a:tint val="82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16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B3ADBF-52A1-F9A1-2F2F-0AFEC9E287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GB" noProof="0" dirty="0"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THANK YOU FOR YOUR ATTENTION</a:t>
            </a:r>
            <a:endParaRPr lang="en-GB" noProof="0" dirty="0">
              <a:effectLst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B798798-CCDE-09FC-44BB-35745D2F8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noProof="0" dirty="0"/>
              <a:t>Stefania Bello</a:t>
            </a:r>
          </a:p>
          <a:p>
            <a:r>
              <a:rPr lang="en-GB" b="1" noProof="0" dirty="0">
                <a:sym typeface="Wingdings" panose="05000000000000000000" pitchFamily="2" charset="2"/>
              </a:rPr>
              <a:t> </a:t>
            </a:r>
            <a:r>
              <a:rPr lang="en-GB" noProof="0" dirty="0">
                <a:sym typeface="Wingdings" panose="05000000000000000000" pitchFamily="2" charset="2"/>
                <a:hlinkClick r:id="rId2"/>
              </a:rPr>
              <a:t>stefania.bello@unicampus.it</a:t>
            </a:r>
            <a:r>
              <a:rPr lang="en-GB" noProof="0" dirty="0">
                <a:sym typeface="Wingdings" panose="05000000000000000000" pitchFamily="2" charset="2"/>
              </a:rPr>
              <a:t> - </a:t>
            </a:r>
            <a:r>
              <a:rPr lang="en-GB" noProof="0" dirty="0">
                <a:hlinkClick r:id="rId3"/>
              </a:rPr>
              <a:t>s.bello10@phd.uniba.it</a:t>
            </a:r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9261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CBDCBB-48D8-4D10-BA48-D5A0D7371AA4}">
  <we:reference id="wa200007063" version="1.2.0.0" store="en-US" storeType="OMEX"/>
  <we:alternateReferences>
    <we:reference id="WA200007063" version="1.2.0.0" store="WA200007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2061</TotalTime>
  <Words>1684</Words>
  <Application>Microsoft Office PowerPoint</Application>
  <PresentationFormat>Widescreen</PresentationFormat>
  <Paragraphs>338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Machine Learning Security project Project 1</vt:lpstr>
      <vt:lpstr>Project description </vt:lpstr>
      <vt:lpstr>Selected models</vt:lpstr>
      <vt:lpstr>Experimental setup</vt:lpstr>
      <vt:lpstr>Results: clean accuracy</vt:lpstr>
      <vt:lpstr>Results: robust accuracy</vt:lpstr>
      <vt:lpstr>Results: robust accuracy drop</vt:lpstr>
      <vt:lpstr>Results: robust accuracy drop</vt:lpstr>
      <vt:lpstr>Results: ranking</vt:lpstr>
      <vt:lpstr>Results: ranking stability</vt:lpstr>
      <vt:lpstr>Conclusions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Stefania Bello</dc:creator>
  <cp:lastModifiedBy>Stefania Bello</cp:lastModifiedBy>
  <cp:revision>2</cp:revision>
  <dcterms:created xsi:type="dcterms:W3CDTF">2025-07-09T08:58:36Z</dcterms:created>
  <dcterms:modified xsi:type="dcterms:W3CDTF">2026-01-19T19:04:19Z</dcterms:modified>
</cp:coreProperties>
</file>